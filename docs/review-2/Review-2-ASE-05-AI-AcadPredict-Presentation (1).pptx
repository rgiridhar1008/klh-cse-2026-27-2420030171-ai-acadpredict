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72" r:id="rId6"/>
    <p:sldId id="271" r:id="rId7"/>
    <p:sldId id="266" r:id="rId8"/>
    <p:sldId id="269" r:id="rId9"/>
    <p:sldId id="259" r:id="rId10"/>
    <p:sldId id="273" r:id="rId11"/>
    <p:sldId id="274" r:id="rId12"/>
    <p:sldId id="275" r:id="rId13"/>
    <p:sldId id="276" r:id="rId14"/>
    <p:sldId id="280" r:id="rId15"/>
    <p:sldId id="279"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E8EFA8-37CD-4BB0-ACD7-68EFF835FC12}" v="34" dt="2026-09-22T18:00:11.7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 GIRIDHAR" userId="b3389028c9f914ee" providerId="LiveId" clId="{8CF250E8-AE0F-44BB-8FB6-FE419F5DD7CC}"/>
    <pc:docChg chg="undo custSel addSld delSld modSld sldOrd">
      <pc:chgData name="R GIRIDHAR" userId="b3389028c9f914ee" providerId="LiveId" clId="{8CF250E8-AE0F-44BB-8FB6-FE419F5DD7CC}" dt="2026-09-22T18:01:45.527" v="424" actId="404"/>
      <pc:docMkLst>
        <pc:docMk/>
      </pc:docMkLst>
      <pc:sldChg chg="modSp mod">
        <pc:chgData name="R GIRIDHAR" userId="b3389028c9f914ee" providerId="LiveId" clId="{8CF250E8-AE0F-44BB-8FB6-FE419F5DD7CC}" dt="2026-09-22T17:58:06.861" v="384" actId="2711"/>
        <pc:sldMkLst>
          <pc:docMk/>
          <pc:sldMk cId="0" sldId="257"/>
        </pc:sldMkLst>
        <pc:spChg chg="mod">
          <ac:chgData name="R GIRIDHAR" userId="b3389028c9f914ee" providerId="LiveId" clId="{8CF250E8-AE0F-44BB-8FB6-FE419F5DD7CC}" dt="2026-09-22T17:58:06.861" v="384" actId="2711"/>
          <ac:spMkLst>
            <pc:docMk/>
            <pc:sldMk cId="0" sldId="257"/>
            <ac:spMk id="7" creationId="{1C70C049-38C4-198F-3181-AACE07DE24AE}"/>
          </ac:spMkLst>
        </pc:spChg>
        <pc:spChg chg="mod">
          <ac:chgData name="R GIRIDHAR" userId="b3389028c9f914ee" providerId="LiveId" clId="{8CF250E8-AE0F-44BB-8FB6-FE419F5DD7CC}" dt="2026-09-22T17:58:06.861" v="384" actId="2711"/>
          <ac:spMkLst>
            <pc:docMk/>
            <pc:sldMk cId="0" sldId="257"/>
            <ac:spMk id="8" creationId="{3EAC2F32-24D5-FDE9-EB0F-31C7733C95E6}"/>
          </ac:spMkLst>
        </pc:spChg>
        <pc:spChg chg="mod">
          <ac:chgData name="R GIRIDHAR" userId="b3389028c9f914ee" providerId="LiveId" clId="{8CF250E8-AE0F-44BB-8FB6-FE419F5DD7CC}" dt="2026-09-22T17:58:06.861" v="384" actId="2711"/>
          <ac:spMkLst>
            <pc:docMk/>
            <pc:sldMk cId="0" sldId="257"/>
            <ac:spMk id="9" creationId="{CCA499C0-FC38-6642-1E16-B8CFFC9C9314}"/>
          </ac:spMkLst>
        </pc:spChg>
      </pc:sldChg>
      <pc:sldChg chg="modSp mod">
        <pc:chgData name="R GIRIDHAR" userId="b3389028c9f914ee" providerId="LiveId" clId="{8CF250E8-AE0F-44BB-8FB6-FE419F5DD7CC}" dt="2026-09-22T17:58:20.768" v="386" actId="2711"/>
        <pc:sldMkLst>
          <pc:docMk/>
          <pc:sldMk cId="0" sldId="258"/>
        </pc:sldMkLst>
        <pc:spChg chg="mod">
          <ac:chgData name="R GIRIDHAR" userId="b3389028c9f914ee" providerId="LiveId" clId="{8CF250E8-AE0F-44BB-8FB6-FE419F5DD7CC}" dt="2026-09-22T17:58:20.768" v="386" actId="2711"/>
          <ac:spMkLst>
            <pc:docMk/>
            <pc:sldMk cId="0" sldId="258"/>
            <ac:spMk id="2" creationId="{00000000-0000-0000-0000-000000000000}"/>
          </ac:spMkLst>
        </pc:spChg>
        <pc:spChg chg="mod">
          <ac:chgData name="R GIRIDHAR" userId="b3389028c9f914ee" providerId="LiveId" clId="{8CF250E8-AE0F-44BB-8FB6-FE419F5DD7CC}" dt="2026-09-22T17:58:20.768" v="386" actId="2711"/>
          <ac:spMkLst>
            <pc:docMk/>
            <pc:sldMk cId="0" sldId="258"/>
            <ac:spMk id="3" creationId="{00000000-0000-0000-0000-000000000000}"/>
          </ac:spMkLst>
        </pc:spChg>
        <pc:spChg chg="mod">
          <ac:chgData name="R GIRIDHAR" userId="b3389028c9f914ee" providerId="LiveId" clId="{8CF250E8-AE0F-44BB-8FB6-FE419F5DD7CC}" dt="2026-09-22T17:58:20.768" v="386" actId="2711"/>
          <ac:spMkLst>
            <pc:docMk/>
            <pc:sldMk cId="0" sldId="258"/>
            <ac:spMk id="5" creationId="{20567587-3777-41DB-4DF3-95F701FE13D8}"/>
          </ac:spMkLst>
        </pc:spChg>
      </pc:sldChg>
      <pc:sldChg chg="modSp mod">
        <pc:chgData name="R GIRIDHAR" userId="b3389028c9f914ee" providerId="LiveId" clId="{8CF250E8-AE0F-44BB-8FB6-FE419F5DD7CC}" dt="2026-09-22T18:00:27.451" v="411" actId="2711"/>
        <pc:sldMkLst>
          <pc:docMk/>
          <pc:sldMk cId="0" sldId="259"/>
        </pc:sldMkLst>
        <pc:spChg chg="mod">
          <ac:chgData name="R GIRIDHAR" userId="b3389028c9f914ee" providerId="LiveId" clId="{8CF250E8-AE0F-44BB-8FB6-FE419F5DD7CC}" dt="2026-09-22T18:00:27.451" v="411" actId="2711"/>
          <ac:spMkLst>
            <pc:docMk/>
            <pc:sldMk cId="0" sldId="259"/>
            <ac:spMk id="2" creationId="{00000000-0000-0000-0000-000000000000}"/>
          </ac:spMkLst>
        </pc:spChg>
        <pc:spChg chg="mod">
          <ac:chgData name="R GIRIDHAR" userId="b3389028c9f914ee" providerId="LiveId" clId="{8CF250E8-AE0F-44BB-8FB6-FE419F5DD7CC}" dt="2026-09-22T18:00:27.451" v="411" actId="2711"/>
          <ac:spMkLst>
            <pc:docMk/>
            <pc:sldMk cId="0" sldId="259"/>
            <ac:spMk id="3" creationId="{00000000-0000-0000-0000-000000000000}"/>
          </ac:spMkLst>
        </pc:spChg>
      </pc:sldChg>
      <pc:sldChg chg="del">
        <pc:chgData name="R GIRIDHAR" userId="b3389028c9f914ee" providerId="LiveId" clId="{8CF250E8-AE0F-44BB-8FB6-FE419F5DD7CC}" dt="2026-09-22T17:14:45.352" v="185" actId="47"/>
        <pc:sldMkLst>
          <pc:docMk/>
          <pc:sldMk cId="0" sldId="260"/>
        </pc:sldMkLst>
      </pc:sldChg>
      <pc:sldChg chg="del">
        <pc:chgData name="R GIRIDHAR" userId="b3389028c9f914ee" providerId="LiveId" clId="{8CF250E8-AE0F-44BB-8FB6-FE419F5DD7CC}" dt="2026-09-22T17:15:21.677" v="189" actId="47"/>
        <pc:sldMkLst>
          <pc:docMk/>
          <pc:sldMk cId="0" sldId="261"/>
        </pc:sldMkLst>
      </pc:sldChg>
      <pc:sldChg chg="del">
        <pc:chgData name="R GIRIDHAR" userId="b3389028c9f914ee" providerId="LiveId" clId="{8CF250E8-AE0F-44BB-8FB6-FE419F5DD7CC}" dt="2026-09-22T17:14:52.247" v="187" actId="47"/>
        <pc:sldMkLst>
          <pc:docMk/>
          <pc:sldMk cId="0" sldId="262"/>
        </pc:sldMkLst>
      </pc:sldChg>
      <pc:sldChg chg="modSp mod">
        <pc:chgData name="R GIRIDHAR" userId="b3389028c9f914ee" providerId="LiveId" clId="{8CF250E8-AE0F-44BB-8FB6-FE419F5DD7CC}" dt="2026-09-22T17:58:13.615" v="385" actId="2711"/>
        <pc:sldMkLst>
          <pc:docMk/>
          <pc:sldMk cId="1672422596" sldId="264"/>
        </pc:sldMkLst>
        <pc:spChg chg="mod">
          <ac:chgData name="R GIRIDHAR" userId="b3389028c9f914ee" providerId="LiveId" clId="{8CF250E8-AE0F-44BB-8FB6-FE419F5DD7CC}" dt="2026-09-22T17:58:13.615" v="385" actId="2711"/>
          <ac:spMkLst>
            <pc:docMk/>
            <pc:sldMk cId="1672422596" sldId="264"/>
            <ac:spMk id="2" creationId="{00000000-0000-0000-0000-000000000000}"/>
          </ac:spMkLst>
        </pc:spChg>
        <pc:spChg chg="mod">
          <ac:chgData name="R GIRIDHAR" userId="b3389028c9f914ee" providerId="LiveId" clId="{8CF250E8-AE0F-44BB-8FB6-FE419F5DD7CC}" dt="2026-09-22T17:58:13.615" v="385" actId="2711"/>
          <ac:spMkLst>
            <pc:docMk/>
            <pc:sldMk cId="1672422596" sldId="264"/>
            <ac:spMk id="3" creationId="{00000000-0000-0000-0000-000000000000}"/>
          </ac:spMkLst>
        </pc:spChg>
        <pc:spChg chg="mod">
          <ac:chgData name="R GIRIDHAR" userId="b3389028c9f914ee" providerId="LiveId" clId="{8CF250E8-AE0F-44BB-8FB6-FE419F5DD7CC}" dt="2026-09-22T17:58:13.615" v="385" actId="2711"/>
          <ac:spMkLst>
            <pc:docMk/>
            <pc:sldMk cId="1672422596" sldId="264"/>
            <ac:spMk id="5" creationId="{DA5E25AE-277D-5B36-4E49-2E2E2D160E3B}"/>
          </ac:spMkLst>
        </pc:spChg>
      </pc:sldChg>
      <pc:sldChg chg="addSp delSp modSp mod">
        <pc:chgData name="R GIRIDHAR" userId="b3389028c9f914ee" providerId="LiveId" clId="{8CF250E8-AE0F-44BB-8FB6-FE419F5DD7CC}" dt="2026-09-22T18:00:12.745" v="409"/>
        <pc:sldMkLst>
          <pc:docMk/>
          <pc:sldMk cId="2292750904" sldId="266"/>
        </pc:sldMkLst>
        <pc:spChg chg="mod">
          <ac:chgData name="R GIRIDHAR" userId="b3389028c9f914ee" providerId="LiveId" clId="{8CF250E8-AE0F-44BB-8FB6-FE419F5DD7CC}" dt="2026-09-22T18:00:05.945" v="405" actId="1076"/>
          <ac:spMkLst>
            <pc:docMk/>
            <pc:sldMk cId="2292750904" sldId="266"/>
            <ac:spMk id="2" creationId="{00000000-0000-0000-0000-000000000000}"/>
          </ac:spMkLst>
        </pc:spChg>
        <pc:spChg chg="mod">
          <ac:chgData name="R GIRIDHAR" userId="b3389028c9f914ee" providerId="LiveId" clId="{8CF250E8-AE0F-44BB-8FB6-FE419F5DD7CC}" dt="2026-09-22T18:00:10.718" v="406" actId="1076"/>
          <ac:spMkLst>
            <pc:docMk/>
            <pc:sldMk cId="2292750904" sldId="266"/>
            <ac:spMk id="3" creationId="{00000000-0000-0000-0000-000000000000}"/>
          </ac:spMkLst>
        </pc:spChg>
        <pc:spChg chg="add del mod">
          <ac:chgData name="R GIRIDHAR" userId="b3389028c9f914ee" providerId="LiveId" clId="{8CF250E8-AE0F-44BB-8FB6-FE419F5DD7CC}" dt="2026-09-22T18:00:12.745" v="409"/>
          <ac:spMkLst>
            <pc:docMk/>
            <pc:sldMk cId="2292750904" sldId="266"/>
            <ac:spMk id="5" creationId="{6B0C57B2-C5AF-25D3-9AEC-6E84FD48C9F3}"/>
          </ac:spMkLst>
        </pc:spChg>
        <pc:spChg chg="del">
          <ac:chgData name="R GIRIDHAR" userId="b3389028c9f914ee" providerId="LiveId" clId="{8CF250E8-AE0F-44BB-8FB6-FE419F5DD7CC}" dt="2026-09-22T17:01:13.455" v="41" actId="478"/>
          <ac:spMkLst>
            <pc:docMk/>
            <pc:sldMk cId="2292750904" sldId="266"/>
            <ac:spMk id="11" creationId="{A2D967A2-E213-60AE-2844-C38DF28F8DFF}"/>
          </ac:spMkLst>
        </pc:spChg>
        <pc:spChg chg="del mod">
          <ac:chgData name="R GIRIDHAR" userId="b3389028c9f914ee" providerId="LiveId" clId="{8CF250E8-AE0F-44BB-8FB6-FE419F5DD7CC}" dt="2026-09-22T17:01:10.612" v="40" actId="478"/>
          <ac:spMkLst>
            <pc:docMk/>
            <pc:sldMk cId="2292750904" sldId="266"/>
            <ac:spMk id="12" creationId="{C35DFB8F-3D15-4E7C-5964-52838F305971}"/>
          </ac:spMkLst>
        </pc:spChg>
        <pc:graphicFrameChg chg="add mod modGraphic">
          <ac:chgData name="R GIRIDHAR" userId="b3389028c9f914ee" providerId="LiveId" clId="{8CF250E8-AE0F-44BB-8FB6-FE419F5DD7CC}" dt="2026-09-22T17:59:44.317" v="402" actId="403"/>
          <ac:graphicFrameMkLst>
            <pc:docMk/>
            <pc:sldMk cId="2292750904" sldId="266"/>
            <ac:graphicFrameMk id="4" creationId="{9B1E89E8-151A-A092-ED3A-391C0277C8FD}"/>
          </ac:graphicFrameMkLst>
        </pc:graphicFrameChg>
      </pc:sldChg>
      <pc:sldChg chg="del">
        <pc:chgData name="R GIRIDHAR" userId="b3389028c9f914ee" providerId="LiveId" clId="{8CF250E8-AE0F-44BB-8FB6-FE419F5DD7CC}" dt="2026-09-22T17:14:47.191" v="186" actId="47"/>
        <pc:sldMkLst>
          <pc:docMk/>
          <pc:sldMk cId="106092222" sldId="267"/>
        </pc:sldMkLst>
      </pc:sldChg>
      <pc:sldChg chg="addSp delSp modSp mod ord">
        <pc:chgData name="R GIRIDHAR" userId="b3389028c9f914ee" providerId="LiveId" clId="{8CF250E8-AE0F-44BB-8FB6-FE419F5DD7CC}" dt="2026-09-22T18:00:22.267" v="410" actId="2711"/>
        <pc:sldMkLst>
          <pc:docMk/>
          <pc:sldMk cId="2011054402" sldId="269"/>
        </pc:sldMkLst>
        <pc:spChg chg="add del">
          <ac:chgData name="R GIRIDHAR" userId="b3389028c9f914ee" providerId="LiveId" clId="{8CF250E8-AE0F-44BB-8FB6-FE419F5DD7CC}" dt="2026-09-22T17:03:38.392" v="60" actId="22"/>
          <ac:spMkLst>
            <pc:docMk/>
            <pc:sldMk cId="2011054402" sldId="269"/>
            <ac:spMk id="4" creationId="{109068FF-5EFB-FD96-BA16-D9CEF33A9D31}"/>
          </ac:spMkLst>
        </pc:spChg>
        <pc:spChg chg="add del">
          <ac:chgData name="R GIRIDHAR" userId="b3389028c9f914ee" providerId="LiveId" clId="{8CF250E8-AE0F-44BB-8FB6-FE419F5DD7CC}" dt="2026-09-22T17:03:38.055" v="59" actId="22"/>
          <ac:spMkLst>
            <pc:docMk/>
            <pc:sldMk cId="2011054402" sldId="269"/>
            <ac:spMk id="6" creationId="{210BA1D5-1C42-AC82-43AB-7417710ACCD0}"/>
          </ac:spMkLst>
        </pc:spChg>
        <pc:spChg chg="add mod">
          <ac:chgData name="R GIRIDHAR" userId="b3389028c9f914ee" providerId="LiveId" clId="{8CF250E8-AE0F-44BB-8FB6-FE419F5DD7CC}" dt="2026-09-22T18:00:22.267" v="410" actId="2711"/>
          <ac:spMkLst>
            <pc:docMk/>
            <pc:sldMk cId="2011054402" sldId="269"/>
            <ac:spMk id="8" creationId="{A0BA80A8-6C41-A30E-EF3D-1A1C787EA120}"/>
          </ac:spMkLst>
        </pc:spChg>
        <pc:spChg chg="add mod">
          <ac:chgData name="R GIRIDHAR" userId="b3389028c9f914ee" providerId="LiveId" clId="{8CF250E8-AE0F-44BB-8FB6-FE419F5DD7CC}" dt="2026-09-22T18:00:22.267" v="410" actId="2711"/>
          <ac:spMkLst>
            <pc:docMk/>
            <pc:sldMk cId="2011054402" sldId="269"/>
            <ac:spMk id="10" creationId="{55998F02-8023-421E-698F-FD8D34952854}"/>
          </ac:spMkLst>
        </pc:spChg>
        <pc:picChg chg="mod">
          <ac:chgData name="R GIRIDHAR" userId="b3389028c9f914ee" providerId="LiveId" clId="{8CF250E8-AE0F-44BB-8FB6-FE419F5DD7CC}" dt="2026-09-22T17:04:14.551" v="64" actId="1076"/>
          <ac:picMkLst>
            <pc:docMk/>
            <pc:sldMk cId="2011054402" sldId="269"/>
            <ac:picMk id="3" creationId="{B6207140-9AED-2E43-E3F2-5552873F88B6}"/>
          </ac:picMkLst>
        </pc:picChg>
        <pc:picChg chg="add del">
          <ac:chgData name="R GIRIDHAR" userId="b3389028c9f914ee" providerId="LiveId" clId="{8CF250E8-AE0F-44BB-8FB6-FE419F5DD7CC}" dt="2026-09-22T17:04:00.588" v="62" actId="478"/>
          <ac:picMkLst>
            <pc:docMk/>
            <pc:sldMk cId="2011054402" sldId="269"/>
            <ac:picMk id="12" creationId="{1C699C1B-EBAB-FE02-D89D-1E4D9F7D38C6}"/>
          </ac:picMkLst>
        </pc:picChg>
      </pc:sldChg>
      <pc:sldChg chg="addSp delSp modSp mod">
        <pc:chgData name="R GIRIDHAR" userId="b3389028c9f914ee" providerId="LiveId" clId="{8CF250E8-AE0F-44BB-8FB6-FE419F5DD7CC}" dt="2026-09-22T17:59:20.671" v="396" actId="1076"/>
        <pc:sldMkLst>
          <pc:docMk/>
          <pc:sldMk cId="3109297576" sldId="271"/>
        </pc:sldMkLst>
        <pc:spChg chg="mod">
          <ac:chgData name="R GIRIDHAR" userId="b3389028c9f914ee" providerId="LiveId" clId="{8CF250E8-AE0F-44BB-8FB6-FE419F5DD7CC}" dt="2026-09-22T17:58:55.537" v="391" actId="2711"/>
          <ac:spMkLst>
            <pc:docMk/>
            <pc:sldMk cId="3109297576" sldId="271"/>
            <ac:spMk id="2" creationId="{2701C9E7-1560-0DE0-1976-62EF59FA958F}"/>
          </ac:spMkLst>
        </pc:spChg>
        <pc:spChg chg="mod">
          <ac:chgData name="R GIRIDHAR" userId="b3389028c9f914ee" providerId="LiveId" clId="{8CF250E8-AE0F-44BB-8FB6-FE419F5DD7CC}" dt="2026-09-22T17:59:20.671" v="396" actId="1076"/>
          <ac:spMkLst>
            <pc:docMk/>
            <pc:sldMk cId="3109297576" sldId="271"/>
            <ac:spMk id="3" creationId="{13FE274C-E210-00C9-B11B-1ED988346B78}"/>
          </ac:spMkLst>
        </pc:spChg>
        <pc:graphicFrameChg chg="add mod modGraphic">
          <ac:chgData name="R GIRIDHAR" userId="b3389028c9f914ee" providerId="LiveId" clId="{8CF250E8-AE0F-44BB-8FB6-FE419F5DD7CC}" dt="2026-09-22T17:58:50.045" v="390" actId="2711"/>
          <ac:graphicFrameMkLst>
            <pc:docMk/>
            <pc:sldMk cId="3109297576" sldId="271"/>
            <ac:graphicFrameMk id="5" creationId="{5DB77B67-3958-007F-D4EF-DE87385A4DB0}"/>
          </ac:graphicFrameMkLst>
        </pc:graphicFrameChg>
        <pc:graphicFrameChg chg="del modGraphic">
          <ac:chgData name="R GIRIDHAR" userId="b3389028c9f914ee" providerId="LiveId" clId="{8CF250E8-AE0F-44BB-8FB6-FE419F5DD7CC}" dt="2026-09-22T16:59:37.005" v="27" actId="478"/>
          <ac:graphicFrameMkLst>
            <pc:docMk/>
            <pc:sldMk cId="3109297576" sldId="271"/>
            <ac:graphicFrameMk id="8" creationId="{CC1189E5-9E40-B3DB-06FB-88BB0AF78B29}"/>
          </ac:graphicFrameMkLst>
        </pc:graphicFrameChg>
      </pc:sldChg>
      <pc:sldChg chg="addSp delSp modSp add mod">
        <pc:chgData name="R GIRIDHAR" userId="b3389028c9f914ee" providerId="LiveId" clId="{8CF250E8-AE0F-44BB-8FB6-FE419F5DD7CC}" dt="2026-09-22T17:58:37.084" v="388" actId="2711"/>
        <pc:sldMkLst>
          <pc:docMk/>
          <pc:sldMk cId="455804095" sldId="272"/>
        </pc:sldMkLst>
        <pc:spChg chg="mod">
          <ac:chgData name="R GIRIDHAR" userId="b3389028c9f914ee" providerId="LiveId" clId="{8CF250E8-AE0F-44BB-8FB6-FE419F5DD7CC}" dt="2026-09-22T17:58:29.169" v="387" actId="2711"/>
          <ac:spMkLst>
            <pc:docMk/>
            <pc:sldMk cId="455804095" sldId="272"/>
            <ac:spMk id="2" creationId="{4B34E7C9-A343-A50E-3065-B739F2BA36DC}"/>
          </ac:spMkLst>
        </pc:spChg>
        <pc:spChg chg="mod">
          <ac:chgData name="R GIRIDHAR" userId="b3389028c9f914ee" providerId="LiveId" clId="{8CF250E8-AE0F-44BB-8FB6-FE419F5DD7CC}" dt="2026-09-22T17:58:29.169" v="387" actId="2711"/>
          <ac:spMkLst>
            <pc:docMk/>
            <pc:sldMk cId="455804095" sldId="272"/>
            <ac:spMk id="3" creationId="{8E5BE2F8-9168-F089-CAA4-16937061BB1E}"/>
          </ac:spMkLst>
        </pc:spChg>
        <pc:spChg chg="del mod">
          <ac:chgData name="R GIRIDHAR" userId="b3389028c9f914ee" providerId="LiveId" clId="{8CF250E8-AE0F-44BB-8FB6-FE419F5DD7CC}" dt="2026-09-22T16:56:44.061" v="5"/>
          <ac:spMkLst>
            <pc:docMk/>
            <pc:sldMk cId="455804095" sldId="272"/>
            <ac:spMk id="7" creationId="{BD13C492-4DE1-E5C2-69DB-4D2B12C4EE47}"/>
          </ac:spMkLst>
        </pc:spChg>
        <pc:graphicFrameChg chg="del">
          <ac:chgData name="R GIRIDHAR" userId="b3389028c9f914ee" providerId="LiveId" clId="{8CF250E8-AE0F-44BB-8FB6-FE419F5DD7CC}" dt="2026-09-22T16:56:44.056" v="3" actId="478"/>
          <ac:graphicFrameMkLst>
            <pc:docMk/>
            <pc:sldMk cId="455804095" sldId="272"/>
            <ac:graphicFrameMk id="5" creationId="{4E453B40-A1C3-7501-1377-8A4F3E8DB339}"/>
          </ac:graphicFrameMkLst>
        </pc:graphicFrameChg>
        <pc:graphicFrameChg chg="add mod modGraphic">
          <ac:chgData name="R GIRIDHAR" userId="b3389028c9f914ee" providerId="LiveId" clId="{8CF250E8-AE0F-44BB-8FB6-FE419F5DD7CC}" dt="2026-09-22T17:58:37.084" v="388" actId="2711"/>
          <ac:graphicFrameMkLst>
            <pc:docMk/>
            <pc:sldMk cId="455804095" sldId="272"/>
            <ac:graphicFrameMk id="6" creationId="{39A00511-E63A-CCF2-339C-88ED03BB1E34}"/>
          </ac:graphicFrameMkLst>
        </pc:graphicFrameChg>
      </pc:sldChg>
      <pc:sldChg chg="addSp delSp modSp add mod ord">
        <pc:chgData name="R GIRIDHAR" userId="b3389028c9f914ee" providerId="LiveId" clId="{8CF250E8-AE0F-44BB-8FB6-FE419F5DD7CC}" dt="2026-09-22T18:00:32.327" v="412" actId="2711"/>
        <pc:sldMkLst>
          <pc:docMk/>
          <pc:sldMk cId="124246354" sldId="273"/>
        </pc:sldMkLst>
        <pc:spChg chg="mod">
          <ac:chgData name="R GIRIDHAR" userId="b3389028c9f914ee" providerId="LiveId" clId="{8CF250E8-AE0F-44BB-8FB6-FE419F5DD7CC}" dt="2026-09-22T18:00:32.327" v="412" actId="2711"/>
          <ac:spMkLst>
            <pc:docMk/>
            <pc:sldMk cId="124246354" sldId="273"/>
            <ac:spMk id="2" creationId="{02B31E9B-070B-8502-5D02-55B040815C86}"/>
          </ac:spMkLst>
        </pc:spChg>
        <pc:spChg chg="mod">
          <ac:chgData name="R GIRIDHAR" userId="b3389028c9f914ee" providerId="LiveId" clId="{8CF250E8-AE0F-44BB-8FB6-FE419F5DD7CC}" dt="2026-09-22T18:00:32.327" v="412" actId="2711"/>
          <ac:spMkLst>
            <pc:docMk/>
            <pc:sldMk cId="124246354" sldId="273"/>
            <ac:spMk id="3" creationId="{72875662-99CF-DCE5-F50C-3190E321286B}"/>
          </ac:spMkLst>
        </pc:spChg>
        <pc:spChg chg="add del mod">
          <ac:chgData name="R GIRIDHAR" userId="b3389028c9f914ee" providerId="LiveId" clId="{8CF250E8-AE0F-44BB-8FB6-FE419F5DD7CC}" dt="2026-09-22T17:06:43.669" v="96"/>
          <ac:spMkLst>
            <pc:docMk/>
            <pc:sldMk cId="124246354" sldId="273"/>
            <ac:spMk id="5" creationId="{B5D549DB-0FEB-2D89-F193-A8AAA54CF09A}"/>
          </ac:spMkLst>
        </pc:spChg>
        <pc:spChg chg="add mod">
          <ac:chgData name="R GIRIDHAR" userId="b3389028c9f914ee" providerId="LiveId" clId="{8CF250E8-AE0F-44BB-8FB6-FE419F5DD7CC}" dt="2026-09-22T18:00:32.327" v="412" actId="2711"/>
          <ac:spMkLst>
            <pc:docMk/>
            <pc:sldMk cId="124246354" sldId="273"/>
            <ac:spMk id="6" creationId="{AA045339-7FDE-57F0-0022-E77CE35052E0}"/>
          </ac:spMkLst>
        </pc:spChg>
        <pc:spChg chg="del mod">
          <ac:chgData name="R GIRIDHAR" userId="b3389028c9f914ee" providerId="LiveId" clId="{8CF250E8-AE0F-44BB-8FB6-FE419F5DD7CC}" dt="2026-09-22T17:06:02.898" v="86"/>
          <ac:spMkLst>
            <pc:docMk/>
            <pc:sldMk cId="124246354" sldId="273"/>
            <ac:spMk id="7" creationId="{41A29AFD-C989-04E7-0E50-114AE7856BCB}"/>
          </ac:spMkLst>
        </pc:spChg>
        <pc:spChg chg="add mod">
          <ac:chgData name="R GIRIDHAR" userId="b3389028c9f914ee" providerId="LiveId" clId="{8CF250E8-AE0F-44BB-8FB6-FE419F5DD7CC}" dt="2026-09-22T18:00:32.327" v="412" actId="2711"/>
          <ac:spMkLst>
            <pc:docMk/>
            <pc:sldMk cId="124246354" sldId="273"/>
            <ac:spMk id="8" creationId="{EE78E727-D470-C0BC-04F8-58E78ED688BB}"/>
          </ac:spMkLst>
        </pc:spChg>
        <pc:picChg chg="add mod">
          <ac:chgData name="R GIRIDHAR" userId="b3389028c9f914ee" providerId="LiveId" clId="{8CF250E8-AE0F-44BB-8FB6-FE419F5DD7CC}" dt="2026-09-22T17:37:29.312" v="342" actId="1076"/>
          <ac:picMkLst>
            <pc:docMk/>
            <pc:sldMk cId="124246354" sldId="273"/>
            <ac:picMk id="10" creationId="{6B525F69-392E-DD14-9715-2CB63F621E0C}"/>
          </ac:picMkLst>
        </pc:picChg>
        <pc:picChg chg="add mod">
          <ac:chgData name="R GIRIDHAR" userId="b3389028c9f914ee" providerId="LiveId" clId="{8CF250E8-AE0F-44BB-8FB6-FE419F5DD7CC}" dt="2026-09-22T17:37:26.388" v="341" actId="1076"/>
          <ac:picMkLst>
            <pc:docMk/>
            <pc:sldMk cId="124246354" sldId="273"/>
            <ac:picMk id="12" creationId="{0D03B6E2-6DDD-2747-BF58-AE8FDE3D0AA4}"/>
          </ac:picMkLst>
        </pc:picChg>
        <pc:picChg chg="add del">
          <ac:chgData name="R GIRIDHAR" userId="b3389028c9f914ee" providerId="LiveId" clId="{8CF250E8-AE0F-44BB-8FB6-FE419F5DD7CC}" dt="2026-09-22T17:31:40.827" v="271" actId="22"/>
          <ac:picMkLst>
            <pc:docMk/>
            <pc:sldMk cId="124246354" sldId="273"/>
            <ac:picMk id="14" creationId="{A48D0D8C-C81A-B53A-3D44-CF30AE6952DC}"/>
          </ac:picMkLst>
        </pc:picChg>
        <pc:picChg chg="add mod">
          <ac:chgData name="R GIRIDHAR" userId="b3389028c9f914ee" providerId="LiveId" clId="{8CF250E8-AE0F-44BB-8FB6-FE419F5DD7CC}" dt="2026-09-22T17:32:45.454" v="284" actId="14100"/>
          <ac:picMkLst>
            <pc:docMk/>
            <pc:sldMk cId="124246354" sldId="273"/>
            <ac:picMk id="16" creationId="{840B83A4-1D6D-70B0-EC87-1872C4070A88}"/>
          </ac:picMkLst>
        </pc:picChg>
      </pc:sldChg>
      <pc:sldChg chg="addSp modSp add mod">
        <pc:chgData name="R GIRIDHAR" userId="b3389028c9f914ee" providerId="LiveId" clId="{8CF250E8-AE0F-44BB-8FB6-FE419F5DD7CC}" dt="2026-09-22T18:00:37.580" v="413" actId="2711"/>
        <pc:sldMkLst>
          <pc:docMk/>
          <pc:sldMk cId="3480522766" sldId="274"/>
        </pc:sldMkLst>
        <pc:spChg chg="mod">
          <ac:chgData name="R GIRIDHAR" userId="b3389028c9f914ee" providerId="LiveId" clId="{8CF250E8-AE0F-44BB-8FB6-FE419F5DD7CC}" dt="2026-09-22T18:00:37.580" v="413" actId="2711"/>
          <ac:spMkLst>
            <pc:docMk/>
            <pc:sldMk cId="3480522766" sldId="274"/>
            <ac:spMk id="2" creationId="{0929D8A3-0339-FFFA-8BF4-9AA61F038538}"/>
          </ac:spMkLst>
        </pc:spChg>
        <pc:spChg chg="mod">
          <ac:chgData name="R GIRIDHAR" userId="b3389028c9f914ee" providerId="LiveId" clId="{8CF250E8-AE0F-44BB-8FB6-FE419F5DD7CC}" dt="2026-09-22T18:00:37.580" v="413" actId="2711"/>
          <ac:spMkLst>
            <pc:docMk/>
            <pc:sldMk cId="3480522766" sldId="274"/>
            <ac:spMk id="3" creationId="{AB15B467-D58F-6F2D-4CB3-97BB169C5CD0}"/>
          </ac:spMkLst>
        </pc:spChg>
        <pc:spChg chg="add mod">
          <ac:chgData name="R GIRIDHAR" userId="b3389028c9f914ee" providerId="LiveId" clId="{8CF250E8-AE0F-44BB-8FB6-FE419F5DD7CC}" dt="2026-09-22T18:00:37.580" v="413" actId="2711"/>
          <ac:spMkLst>
            <pc:docMk/>
            <pc:sldMk cId="3480522766" sldId="274"/>
            <ac:spMk id="4" creationId="{7EB59F96-9D49-C3D1-42EB-13798DA853DC}"/>
          </ac:spMkLst>
        </pc:spChg>
        <pc:spChg chg="add mod">
          <ac:chgData name="R GIRIDHAR" userId="b3389028c9f914ee" providerId="LiveId" clId="{8CF250E8-AE0F-44BB-8FB6-FE419F5DD7CC}" dt="2026-09-22T18:00:37.580" v="413" actId="2711"/>
          <ac:spMkLst>
            <pc:docMk/>
            <pc:sldMk cId="3480522766" sldId="274"/>
            <ac:spMk id="5" creationId="{68E07428-49AD-DE01-1E71-20662FBD264C}"/>
          </ac:spMkLst>
        </pc:spChg>
        <pc:picChg chg="add mod">
          <ac:chgData name="R GIRIDHAR" userId="b3389028c9f914ee" providerId="LiveId" clId="{8CF250E8-AE0F-44BB-8FB6-FE419F5DD7CC}" dt="2026-09-22T17:36:41.670" v="334" actId="14100"/>
          <ac:picMkLst>
            <pc:docMk/>
            <pc:sldMk cId="3480522766" sldId="274"/>
            <ac:picMk id="7" creationId="{7A9854A5-1D0C-079F-F1F9-DB6DA6DE12EB}"/>
          </ac:picMkLst>
        </pc:picChg>
        <pc:picChg chg="add mod">
          <ac:chgData name="R GIRIDHAR" userId="b3389028c9f914ee" providerId="LiveId" clId="{8CF250E8-AE0F-44BB-8FB6-FE419F5DD7CC}" dt="2026-09-22T17:36:05.464" v="325" actId="14100"/>
          <ac:picMkLst>
            <pc:docMk/>
            <pc:sldMk cId="3480522766" sldId="274"/>
            <ac:picMk id="9" creationId="{F3B142CE-8506-D887-C05F-DE1825D2CD9D}"/>
          </ac:picMkLst>
        </pc:picChg>
        <pc:picChg chg="add mod">
          <ac:chgData name="R GIRIDHAR" userId="b3389028c9f914ee" providerId="LiveId" clId="{8CF250E8-AE0F-44BB-8FB6-FE419F5DD7CC}" dt="2026-09-22T17:35:52.984" v="321" actId="1076"/>
          <ac:picMkLst>
            <pc:docMk/>
            <pc:sldMk cId="3480522766" sldId="274"/>
            <ac:picMk id="11" creationId="{81A53B74-A6FD-C4C0-1DEA-4A13E377EE71}"/>
          </ac:picMkLst>
        </pc:picChg>
      </pc:sldChg>
      <pc:sldChg chg="addSp modSp add mod">
        <pc:chgData name="R GIRIDHAR" userId="b3389028c9f914ee" providerId="LiveId" clId="{8CF250E8-AE0F-44BB-8FB6-FE419F5DD7CC}" dt="2026-09-22T18:00:44.644" v="414" actId="2711"/>
        <pc:sldMkLst>
          <pc:docMk/>
          <pc:sldMk cId="1171027448" sldId="275"/>
        </pc:sldMkLst>
        <pc:spChg chg="mod">
          <ac:chgData name="R GIRIDHAR" userId="b3389028c9f914ee" providerId="LiveId" clId="{8CF250E8-AE0F-44BB-8FB6-FE419F5DD7CC}" dt="2026-09-22T18:00:44.644" v="414" actId="2711"/>
          <ac:spMkLst>
            <pc:docMk/>
            <pc:sldMk cId="1171027448" sldId="275"/>
            <ac:spMk id="2" creationId="{EE55F60E-1AB4-ADCA-DCB8-43439B3EA7CA}"/>
          </ac:spMkLst>
        </pc:spChg>
        <pc:spChg chg="mod">
          <ac:chgData name="R GIRIDHAR" userId="b3389028c9f914ee" providerId="LiveId" clId="{8CF250E8-AE0F-44BB-8FB6-FE419F5DD7CC}" dt="2026-09-22T18:00:44.644" v="414" actId="2711"/>
          <ac:spMkLst>
            <pc:docMk/>
            <pc:sldMk cId="1171027448" sldId="275"/>
            <ac:spMk id="3" creationId="{55F113E1-C048-3CA8-911C-C2216F974112}"/>
          </ac:spMkLst>
        </pc:spChg>
        <pc:spChg chg="add mod">
          <ac:chgData name="R GIRIDHAR" userId="b3389028c9f914ee" providerId="LiveId" clId="{8CF250E8-AE0F-44BB-8FB6-FE419F5DD7CC}" dt="2026-09-22T18:00:44.644" v="414" actId="2711"/>
          <ac:spMkLst>
            <pc:docMk/>
            <pc:sldMk cId="1171027448" sldId="275"/>
            <ac:spMk id="4" creationId="{15126BBE-F186-2BE6-D7CB-C2E256AF0672}"/>
          </ac:spMkLst>
        </pc:spChg>
        <pc:picChg chg="add mod">
          <ac:chgData name="R GIRIDHAR" userId="b3389028c9f914ee" providerId="LiveId" clId="{8CF250E8-AE0F-44BB-8FB6-FE419F5DD7CC}" dt="2026-09-22T17:21:35.747" v="201" actId="1076"/>
          <ac:picMkLst>
            <pc:docMk/>
            <pc:sldMk cId="1171027448" sldId="275"/>
            <ac:picMk id="6" creationId="{519B83A6-3A54-26C2-7676-152D2D50C629}"/>
          </ac:picMkLst>
        </pc:picChg>
        <pc:picChg chg="add mod">
          <ac:chgData name="R GIRIDHAR" userId="b3389028c9f914ee" providerId="LiveId" clId="{8CF250E8-AE0F-44BB-8FB6-FE419F5DD7CC}" dt="2026-09-22T17:21:37.672" v="202" actId="1076"/>
          <ac:picMkLst>
            <pc:docMk/>
            <pc:sldMk cId="1171027448" sldId="275"/>
            <ac:picMk id="8" creationId="{3D92E7C1-7302-3801-58B9-EE6301DD5569}"/>
          </ac:picMkLst>
        </pc:picChg>
      </pc:sldChg>
      <pc:sldChg chg="addSp delSp modSp add mod">
        <pc:chgData name="R GIRIDHAR" userId="b3389028c9f914ee" providerId="LiveId" clId="{8CF250E8-AE0F-44BB-8FB6-FE419F5DD7CC}" dt="2026-09-22T18:00:53.427" v="415" actId="2711"/>
        <pc:sldMkLst>
          <pc:docMk/>
          <pc:sldMk cId="1931751168" sldId="276"/>
        </pc:sldMkLst>
        <pc:spChg chg="mod">
          <ac:chgData name="R GIRIDHAR" userId="b3389028c9f914ee" providerId="LiveId" clId="{8CF250E8-AE0F-44BB-8FB6-FE419F5DD7CC}" dt="2026-09-22T18:00:53.427" v="415" actId="2711"/>
          <ac:spMkLst>
            <pc:docMk/>
            <pc:sldMk cId="1931751168" sldId="276"/>
            <ac:spMk id="2" creationId="{59DAB498-7908-73ED-5DD7-556C22360E4A}"/>
          </ac:spMkLst>
        </pc:spChg>
        <pc:spChg chg="mod">
          <ac:chgData name="R GIRIDHAR" userId="b3389028c9f914ee" providerId="LiveId" clId="{8CF250E8-AE0F-44BB-8FB6-FE419F5DD7CC}" dt="2026-09-22T18:00:53.427" v="415" actId="2711"/>
          <ac:spMkLst>
            <pc:docMk/>
            <pc:sldMk cId="1931751168" sldId="276"/>
            <ac:spMk id="3" creationId="{102D2128-B91A-D516-29E5-7A44FB31241B}"/>
          </ac:spMkLst>
        </pc:spChg>
        <pc:spChg chg="add del mod">
          <ac:chgData name="R GIRIDHAR" userId="b3389028c9f914ee" providerId="LiveId" clId="{8CF250E8-AE0F-44BB-8FB6-FE419F5DD7CC}" dt="2026-09-22T17:13:04.176" v="169" actId="478"/>
          <ac:spMkLst>
            <pc:docMk/>
            <pc:sldMk cId="1931751168" sldId="276"/>
            <ac:spMk id="4" creationId="{ABD96DA5-27CD-A668-C48A-85552C99A5ED}"/>
          </ac:spMkLst>
        </pc:spChg>
        <pc:spChg chg="add mod">
          <ac:chgData name="R GIRIDHAR" userId="b3389028c9f914ee" providerId="LiveId" clId="{8CF250E8-AE0F-44BB-8FB6-FE419F5DD7CC}" dt="2026-09-22T18:00:53.427" v="415" actId="2711"/>
          <ac:spMkLst>
            <pc:docMk/>
            <pc:sldMk cId="1931751168" sldId="276"/>
            <ac:spMk id="5" creationId="{96449875-6401-7BF4-89CD-08603E650368}"/>
          </ac:spMkLst>
        </pc:spChg>
        <pc:picChg chg="add del mod">
          <ac:chgData name="R GIRIDHAR" userId="b3389028c9f914ee" providerId="LiveId" clId="{8CF250E8-AE0F-44BB-8FB6-FE419F5DD7CC}" dt="2026-09-22T17:38:41.797" v="348" actId="478"/>
          <ac:picMkLst>
            <pc:docMk/>
            <pc:sldMk cId="1931751168" sldId="276"/>
            <ac:picMk id="7" creationId="{F06B4DFD-58D2-797A-6C47-9B82DAB05EDB}"/>
          </ac:picMkLst>
        </pc:picChg>
        <pc:picChg chg="add mod">
          <ac:chgData name="R GIRIDHAR" userId="b3389028c9f914ee" providerId="LiveId" clId="{8CF250E8-AE0F-44BB-8FB6-FE419F5DD7CC}" dt="2026-09-22T17:55:16.219" v="360" actId="1076"/>
          <ac:picMkLst>
            <pc:docMk/>
            <pc:sldMk cId="1931751168" sldId="276"/>
            <ac:picMk id="9" creationId="{BE0C89EB-68A2-4F61-4588-72E2DADB2161}"/>
          </ac:picMkLst>
        </pc:picChg>
        <pc:picChg chg="add mod">
          <ac:chgData name="R GIRIDHAR" userId="b3389028c9f914ee" providerId="LiveId" clId="{8CF250E8-AE0F-44BB-8FB6-FE419F5DD7CC}" dt="2026-09-22T17:55:21.442" v="362" actId="1076"/>
          <ac:picMkLst>
            <pc:docMk/>
            <pc:sldMk cId="1931751168" sldId="276"/>
            <ac:picMk id="11" creationId="{2FC1476F-FB87-E04C-2AC8-82EB2288E514}"/>
          </ac:picMkLst>
        </pc:picChg>
      </pc:sldChg>
      <pc:sldChg chg="new del">
        <pc:chgData name="R GIRIDHAR" userId="b3389028c9f914ee" providerId="LiveId" clId="{8CF250E8-AE0F-44BB-8FB6-FE419F5DD7CC}" dt="2026-09-22T17:13:24.905" v="173" actId="47"/>
        <pc:sldMkLst>
          <pc:docMk/>
          <pc:sldMk cId="1321739927" sldId="277"/>
        </pc:sldMkLst>
      </pc:sldChg>
      <pc:sldChg chg="add del">
        <pc:chgData name="R GIRIDHAR" userId="b3389028c9f914ee" providerId="LiveId" clId="{8CF250E8-AE0F-44BB-8FB6-FE419F5DD7CC}" dt="2026-09-22T17:14:56.266" v="188" actId="47"/>
        <pc:sldMkLst>
          <pc:docMk/>
          <pc:sldMk cId="3644291709" sldId="278"/>
        </pc:sldMkLst>
      </pc:sldChg>
      <pc:sldChg chg="addSp modSp add mod">
        <pc:chgData name="R GIRIDHAR" userId="b3389028c9f914ee" providerId="LiveId" clId="{8CF250E8-AE0F-44BB-8FB6-FE419F5DD7CC}" dt="2026-09-22T18:01:45.527" v="424" actId="404"/>
        <pc:sldMkLst>
          <pc:docMk/>
          <pc:sldMk cId="2510754893" sldId="279"/>
        </pc:sldMkLst>
        <pc:spChg chg="mod">
          <ac:chgData name="R GIRIDHAR" userId="b3389028c9f914ee" providerId="LiveId" clId="{8CF250E8-AE0F-44BB-8FB6-FE419F5DD7CC}" dt="2026-09-22T18:01:40.413" v="423" actId="2711"/>
          <ac:spMkLst>
            <pc:docMk/>
            <pc:sldMk cId="2510754893" sldId="279"/>
            <ac:spMk id="2" creationId="{28B9ADD1-AB96-4E92-29BA-004417E8FD38}"/>
          </ac:spMkLst>
        </pc:spChg>
        <pc:spChg chg="mod">
          <ac:chgData name="R GIRIDHAR" userId="b3389028c9f914ee" providerId="LiveId" clId="{8CF250E8-AE0F-44BB-8FB6-FE419F5DD7CC}" dt="2026-09-22T18:01:45.527" v="424" actId="404"/>
          <ac:spMkLst>
            <pc:docMk/>
            <pc:sldMk cId="2510754893" sldId="279"/>
            <ac:spMk id="3" creationId="{4F3712AF-EADA-4AB3-A50D-ED81689F43C2}"/>
          </ac:spMkLst>
        </pc:spChg>
        <pc:spChg chg="add mod">
          <ac:chgData name="R GIRIDHAR" userId="b3389028c9f914ee" providerId="LiveId" clId="{8CF250E8-AE0F-44BB-8FB6-FE419F5DD7CC}" dt="2026-09-22T18:01:40.413" v="423" actId="2711"/>
          <ac:spMkLst>
            <pc:docMk/>
            <pc:sldMk cId="2510754893" sldId="279"/>
            <ac:spMk id="4" creationId="{C73DCEFC-9845-8426-00B8-0995C54E34C1}"/>
          </ac:spMkLst>
        </pc:spChg>
      </pc:sldChg>
      <pc:sldChg chg="addSp modSp add mod">
        <pc:chgData name="R GIRIDHAR" userId="b3389028c9f914ee" providerId="LiveId" clId="{8CF250E8-AE0F-44BB-8FB6-FE419F5DD7CC}" dt="2026-09-22T18:01:31.835" v="422" actId="1076"/>
        <pc:sldMkLst>
          <pc:docMk/>
          <pc:sldMk cId="2560205174" sldId="280"/>
        </pc:sldMkLst>
        <pc:spChg chg="mod">
          <ac:chgData name="R GIRIDHAR" userId="b3389028c9f914ee" providerId="LiveId" clId="{8CF250E8-AE0F-44BB-8FB6-FE419F5DD7CC}" dt="2026-09-22T18:00:58.931" v="416" actId="2711"/>
          <ac:spMkLst>
            <pc:docMk/>
            <pc:sldMk cId="2560205174" sldId="280"/>
            <ac:spMk id="2" creationId="{B8630033-C031-A53A-73FD-E40BF876D48A}"/>
          </ac:spMkLst>
        </pc:spChg>
        <pc:spChg chg="mod">
          <ac:chgData name="R GIRIDHAR" userId="b3389028c9f914ee" providerId="LiveId" clId="{8CF250E8-AE0F-44BB-8FB6-FE419F5DD7CC}" dt="2026-09-22T18:00:58.931" v="416" actId="2711"/>
          <ac:spMkLst>
            <pc:docMk/>
            <pc:sldMk cId="2560205174" sldId="280"/>
            <ac:spMk id="3" creationId="{4E94A66B-4B3E-BF40-91D1-26DA04DB1334}"/>
          </ac:spMkLst>
        </pc:spChg>
        <pc:spChg chg="add mod">
          <ac:chgData name="R GIRIDHAR" userId="b3389028c9f914ee" providerId="LiveId" clId="{8CF250E8-AE0F-44BB-8FB6-FE419F5DD7CC}" dt="2026-09-22T18:01:21.819" v="419" actId="1076"/>
          <ac:spMkLst>
            <pc:docMk/>
            <pc:sldMk cId="2560205174" sldId="280"/>
            <ac:spMk id="4" creationId="{78954ED5-3A85-5737-BD5B-27BA046C66A5}"/>
          </ac:spMkLst>
        </pc:spChg>
        <pc:spChg chg="add mod">
          <ac:chgData name="R GIRIDHAR" userId="b3389028c9f914ee" providerId="LiveId" clId="{8CF250E8-AE0F-44BB-8FB6-FE419F5DD7CC}" dt="2026-09-22T18:01:27.870" v="421" actId="1076"/>
          <ac:spMkLst>
            <pc:docMk/>
            <pc:sldMk cId="2560205174" sldId="280"/>
            <ac:spMk id="6" creationId="{3C0A0BFA-E111-8054-CC97-0B15825F7999}"/>
          </ac:spMkLst>
        </pc:spChg>
        <pc:spChg chg="add mod">
          <ac:chgData name="R GIRIDHAR" userId="b3389028c9f914ee" providerId="LiveId" clId="{8CF250E8-AE0F-44BB-8FB6-FE419F5DD7CC}" dt="2026-09-22T18:01:31.835" v="422" actId="1076"/>
          <ac:spMkLst>
            <pc:docMk/>
            <pc:sldMk cId="2560205174" sldId="280"/>
            <ac:spMk id="7" creationId="{E0C85424-D7AC-0AB3-8F15-606C50B9376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9/22/2026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9/22/2026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9/22/2026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03778" y="606088"/>
            <a:ext cx="9144000" cy="2415222"/>
          </a:xfrm>
        </p:spPr>
        <p:txBody>
          <a:bodyPr/>
          <a:lstStyle/>
          <a:p>
            <a:br>
              <a:rPr lang="en-IN" sz="3200" b="1" dirty="0">
                <a:solidFill>
                  <a:srgbClr val="C00000"/>
                </a:solidFill>
                <a:latin typeface="Times New Roman" panose="02020603050405020304" pitchFamily="18" charset="0"/>
                <a:cs typeface="Times New Roman" panose="02020603050405020304" pitchFamily="18" charset="0"/>
              </a:rPr>
            </a:br>
            <a:br>
              <a:rPr lang="en-IN" sz="3200" b="1" dirty="0">
                <a:solidFill>
                  <a:srgbClr val="C00000"/>
                </a:solidFill>
                <a:latin typeface="Times New Roman" panose="02020603050405020304" pitchFamily="18" charset="0"/>
                <a:cs typeface="Times New Roman" panose="02020603050405020304" pitchFamily="18" charset="0"/>
              </a:rPr>
            </a:br>
            <a:r>
              <a:rPr lang="en-IN" sz="3200" b="1" dirty="0">
                <a:solidFill>
                  <a:srgbClr val="C00000"/>
                </a:solidFill>
                <a:latin typeface="Times New Roman" panose="02020603050405020304" pitchFamily="18" charset="0"/>
                <a:cs typeface="Times New Roman" panose="02020603050405020304" pitchFamily="18" charset="0"/>
              </a:rPr>
              <a:t>ADAPTIVE SOFTWARE ENGINEERING (24CI3201) </a:t>
            </a:r>
            <a:br>
              <a:rPr lang="en-IN" sz="3200" b="1" dirty="0">
                <a:solidFill>
                  <a:srgbClr val="C00000"/>
                </a:solidFill>
                <a:latin typeface="Times New Roman" panose="02020603050405020304" pitchFamily="18" charset="0"/>
                <a:cs typeface="Times New Roman" panose="02020603050405020304" pitchFamily="18" charset="0"/>
              </a:rPr>
            </a:br>
            <a:br>
              <a:rPr lang="en-IN" sz="3200" b="1" dirty="0">
                <a:solidFill>
                  <a:srgbClr val="C00000"/>
                </a:solidFill>
                <a:latin typeface="Times New Roman" panose="02020603050405020304" pitchFamily="18" charset="0"/>
                <a:cs typeface="Times New Roman" panose="02020603050405020304" pitchFamily="18" charset="0"/>
              </a:rPr>
            </a:br>
            <a:r>
              <a:rPr lang="en-IN" sz="3200" b="1" dirty="0">
                <a:solidFill>
                  <a:srgbClr val="C00000"/>
                </a:solidFill>
                <a:latin typeface="Times New Roman" panose="02020603050405020304" pitchFamily="18" charset="0"/>
                <a:cs typeface="Times New Roman" panose="02020603050405020304" pitchFamily="18" charset="0"/>
              </a:rPr>
              <a:t>AI-</a:t>
            </a:r>
            <a:r>
              <a:rPr lang="en-IN" sz="3200" b="1" dirty="0" err="1">
                <a:solidFill>
                  <a:srgbClr val="C00000"/>
                </a:solidFill>
                <a:latin typeface="Times New Roman" panose="02020603050405020304" pitchFamily="18" charset="0"/>
                <a:cs typeface="Times New Roman" panose="02020603050405020304" pitchFamily="18" charset="0"/>
              </a:rPr>
              <a:t>AcadPredict</a:t>
            </a:r>
            <a:r>
              <a:rPr lang="en-IN" sz="3200" b="1" dirty="0">
                <a:solidFill>
                  <a:srgbClr val="C00000"/>
                </a:solidFill>
                <a:latin typeface="Times New Roman" panose="02020603050405020304" pitchFamily="18" charset="0"/>
                <a:cs typeface="Times New Roman" panose="02020603050405020304" pitchFamily="18" charset="0"/>
              </a:rPr>
              <a:t> : AI-Integrated Adaptive Academic Project Collaboration &amp; Risk Prediction Platform</a:t>
            </a:r>
            <a:endParaRPr lang="en-US" sz="3200" b="1" dirty="0">
              <a:solidFill>
                <a:srgbClr val="C0000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270160" y="3513524"/>
            <a:ext cx="4551284" cy="1795594"/>
          </a:xfrm>
        </p:spPr>
        <p:txBody>
          <a:bodyPr/>
          <a:lstStyle/>
          <a:p>
            <a:r>
              <a:rPr lang="en-US" sz="2000" b="1" dirty="0">
                <a:latin typeface="Times New Roman" panose="02020603050405020304" pitchFamily="18" charset="0"/>
                <a:cs typeface="Times New Roman" panose="02020603050405020304" pitchFamily="18" charset="0"/>
              </a:rPr>
              <a:t>Team Members</a:t>
            </a:r>
          </a:p>
          <a:p>
            <a:r>
              <a:rPr lang="en-US" sz="18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2420030099		B. Srihitha</a:t>
            </a:r>
            <a:br>
              <a:rPr lang="en-US" sz="18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2420030162		V. Sai Dhanush</a:t>
            </a:r>
            <a:br>
              <a:rPr lang="en-US" sz="18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2420030171		R.L.S Giridhar</a:t>
            </a:r>
            <a:br>
              <a:rPr lang="en-US" sz="18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2420030773		Maha Lakshmi</a:t>
            </a:r>
          </a:p>
          <a:p>
            <a:pPr marL="171450" algn="ctr">
              <a:lnSpc>
                <a:spcPct val="107000"/>
              </a:lnSpc>
              <a:spcAft>
                <a:spcPts val="800"/>
              </a:spcAft>
            </a:pPr>
            <a:br>
              <a:rPr lang="en-US" sz="20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br>
            <a:r>
              <a:rPr lang="en-US"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Under the Esteemed Guidance of</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Dr. G. Lavanya </a:t>
            </a:r>
          </a:p>
          <a:p>
            <a:endParaRPr lang="en-US" sz="2800" b="1" dirty="0">
              <a:solidFill>
                <a:srgbClr val="C00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E751086-A3DF-1B4A-E367-D8A5D25F740E}"/>
              </a:ext>
            </a:extLst>
          </p:cNvPr>
          <p:cNvSpPr txBox="1"/>
          <p:nvPr/>
        </p:nvSpPr>
        <p:spPr>
          <a:xfrm>
            <a:off x="6004628" y="3021310"/>
            <a:ext cx="1142300" cy="646331"/>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Group-05</a:t>
            </a:r>
          </a:p>
          <a:p>
            <a:endParaRPr lang="en-IN"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5779146" cy="6370975"/>
          </a:xfrm>
          <a:prstGeom prst="rect">
            <a:avLst/>
          </a:prstGeom>
          <a:noFill/>
        </p:spPr>
        <p:txBody>
          <a:bodyPr wrap="none" rtlCol="0">
            <a:spAutoFit/>
          </a:bodyPr>
          <a:lstStyle/>
          <a:p>
            <a:pPr marL="457200" lvl="0" indent="-4572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Abstract</a:t>
            </a:r>
          </a:p>
          <a:p>
            <a:pPr marL="457200" lvl="0" indent="-4572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Introduction</a:t>
            </a:r>
          </a:p>
          <a:p>
            <a:pPr marL="457200" lvl="0" indent="-4572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Literature Survey</a:t>
            </a:r>
          </a:p>
          <a:p>
            <a:pPr marL="457200" lvl="0" indent="-4572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Problem Statement and Objectives</a:t>
            </a:r>
          </a:p>
          <a:p>
            <a:pPr marL="457200" lvl="0" indent="-4572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Existing System and Proposed System</a:t>
            </a:r>
          </a:p>
          <a:p>
            <a:pPr marL="457200" lvl="0" indent="-4572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Hardware and Software Requirements</a:t>
            </a:r>
          </a:p>
          <a:p>
            <a:pPr marL="457200" lvl="0" indent="-4572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System Workflow and Modules</a:t>
            </a:r>
          </a:p>
          <a:p>
            <a:pPr marL="457200" lvl="0" indent="-4572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Implementation and Results</a:t>
            </a:r>
          </a:p>
          <a:p>
            <a:pPr marL="457200" lvl="0" indent="-4572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Conclusion</a:t>
            </a:r>
          </a:p>
          <a:p>
            <a:pPr marL="457200" lvl="0" indent="-4572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Future Scope</a:t>
            </a:r>
          </a:p>
          <a:p>
            <a:endParaRPr lang="en-IN" dirty="0">
              <a:latin typeface="Times New Roman" panose="02020603050405020304" pitchFamily="18" charset="0"/>
              <a:cs typeface="Times New Roman" panose="02020603050405020304" pitchFamily="18" charset="0"/>
            </a:endParaRPr>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Problem Statement</a:t>
            </a:r>
          </a:p>
        </p:txBody>
      </p:sp>
      <p:sp>
        <p:nvSpPr>
          <p:cNvPr id="5" name="TextBox 4">
            <a:extLst>
              <a:ext uri="{FF2B5EF4-FFF2-40B4-BE49-F238E27FC236}">
                <a16:creationId xmlns:a16="http://schemas.microsoft.com/office/drawing/2014/main" id="{DA5E25AE-277D-5B36-4E49-2E2E2D160E3B}"/>
              </a:ext>
            </a:extLst>
          </p:cNvPr>
          <p:cNvSpPr txBox="1"/>
          <p:nvPr/>
        </p:nvSpPr>
        <p:spPr>
          <a:xfrm>
            <a:off x="783771" y="1007707"/>
            <a:ext cx="10655560" cy="6182718"/>
          </a:xfrm>
          <a:prstGeom prst="rect">
            <a:avLst/>
          </a:prstGeom>
          <a:noFill/>
        </p:spPr>
        <p:txBody>
          <a:bodyPr wrap="square">
            <a:spAutoFit/>
          </a:bodyPr>
          <a:lstStyle/>
          <a:p>
            <a:r>
              <a:rPr lang="en-IN" sz="2400" b="1" u="sng" dirty="0">
                <a:latin typeface="Times New Roman" panose="02020603050405020304" pitchFamily="18" charset="0"/>
                <a:cs typeface="Times New Roman" panose="02020603050405020304" pitchFamily="18" charset="0"/>
              </a:rPr>
              <a:t>Problem Statement:</a:t>
            </a:r>
          </a:p>
          <a:p>
            <a:pPr algn="just">
              <a:lnSpc>
                <a:spcPct val="150000"/>
              </a:lnSpc>
            </a:pPr>
            <a:r>
              <a:rPr lang="en-IN" dirty="0">
                <a:latin typeface="Times New Roman" panose="02020603050405020304" pitchFamily="18" charset="0"/>
                <a:cs typeface="Times New Roman" panose="02020603050405020304" pitchFamily="18" charset="0"/>
              </a:rPr>
              <a:t>Academic project management requires continuous monitoring of tasks, milestones, deadlines, and student progress. Traditional manual monitoring makes it difficult to identify potential project delays at an early stage. Existing systems may lack integrated machine learning-based risk prediction capabilities. AI-</a:t>
            </a:r>
            <a:r>
              <a:rPr lang="en-IN" dirty="0" err="1">
                <a:latin typeface="Times New Roman" panose="02020603050405020304" pitchFamily="18" charset="0"/>
                <a:cs typeface="Times New Roman" panose="02020603050405020304" pitchFamily="18" charset="0"/>
              </a:rPr>
              <a:t>AcadPredict</a:t>
            </a:r>
            <a:r>
              <a:rPr lang="en-IN" dirty="0">
                <a:latin typeface="Times New Roman" panose="02020603050405020304" pitchFamily="18" charset="0"/>
                <a:cs typeface="Times New Roman" panose="02020603050405020304" pitchFamily="18" charset="0"/>
              </a:rPr>
              <a:t> addresses this challenge by </a:t>
            </a:r>
            <a:r>
              <a:rPr lang="en-IN" dirty="0" err="1">
                <a:latin typeface="Times New Roman" panose="02020603050405020304" pitchFamily="18" charset="0"/>
                <a:cs typeface="Times New Roman" panose="02020603050405020304" pitchFamily="18" charset="0"/>
              </a:rPr>
              <a:t>analyzing</a:t>
            </a:r>
            <a:r>
              <a:rPr lang="en-IN" dirty="0">
                <a:latin typeface="Times New Roman" panose="02020603050405020304" pitchFamily="18" charset="0"/>
                <a:cs typeface="Times New Roman" panose="02020603050405020304" pitchFamily="18" charset="0"/>
              </a:rPr>
              <a:t> project-related attributes using machine learning techniques. The system classifies project delay risk into LOW, MEDIUM, and HIGH categories. It aims to support proactive monitoring and timely intervention throughout the academic project lifecycle.</a:t>
            </a:r>
          </a:p>
          <a:p>
            <a:pPr algn="just">
              <a:lnSpc>
                <a:spcPct val="150000"/>
              </a:lnSpc>
            </a:pPr>
            <a:endParaRPr lang="en-IN" dirty="0">
              <a:latin typeface="Times New Roman" panose="02020603050405020304" pitchFamily="18" charset="0"/>
              <a:cs typeface="Times New Roman" panose="02020603050405020304" pitchFamily="18" charset="0"/>
            </a:endParaRPr>
          </a:p>
          <a:p>
            <a:r>
              <a:rPr lang="en-IN" sz="2400" b="1" u="sng" dirty="0">
                <a:latin typeface="Times New Roman" panose="02020603050405020304" pitchFamily="18" charset="0"/>
                <a:cs typeface="Times New Roman" panose="02020603050405020304" pitchFamily="18" charset="0"/>
              </a:rPr>
              <a:t>Motivation</a:t>
            </a:r>
          </a:p>
          <a:p>
            <a:pPr lvl="0">
              <a:lnSpc>
                <a:spcPct val="150000"/>
              </a:lnSpc>
            </a:pPr>
            <a:r>
              <a:rPr lang="en-IN" dirty="0">
                <a:latin typeface="Times New Roman" panose="02020603050405020304" pitchFamily="18" charset="0"/>
                <a:cs typeface="Times New Roman" panose="02020603050405020304" pitchFamily="18" charset="0"/>
              </a:rPr>
              <a:t>To identify potential project delays at an early stage.</a:t>
            </a:r>
          </a:p>
          <a:p>
            <a:pPr lvl="0">
              <a:lnSpc>
                <a:spcPct val="150000"/>
              </a:lnSpc>
            </a:pPr>
            <a:r>
              <a:rPr lang="en-IN" dirty="0">
                <a:latin typeface="Times New Roman" panose="02020603050405020304" pitchFamily="18" charset="0"/>
                <a:cs typeface="Times New Roman" panose="02020603050405020304" pitchFamily="18" charset="0"/>
              </a:rPr>
              <a:t>To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project progress using machine learning.</a:t>
            </a:r>
          </a:p>
          <a:p>
            <a:pPr lvl="0">
              <a:lnSpc>
                <a:spcPct val="150000"/>
              </a:lnSpc>
            </a:pPr>
            <a:r>
              <a:rPr lang="en-IN" dirty="0">
                <a:latin typeface="Times New Roman" panose="02020603050405020304" pitchFamily="18" charset="0"/>
                <a:cs typeface="Times New Roman" panose="02020603050405020304" pitchFamily="18" charset="0"/>
              </a:rPr>
              <a:t>To support proactive monitoring and timely intervention.</a:t>
            </a:r>
          </a:p>
          <a:p>
            <a:pPr lvl="0">
              <a:lnSpc>
                <a:spcPct val="150000"/>
              </a:lnSpc>
            </a:pPr>
            <a:r>
              <a:rPr lang="en-IN" dirty="0">
                <a:latin typeface="Times New Roman" panose="02020603050405020304" pitchFamily="18" charset="0"/>
                <a:cs typeface="Times New Roman" panose="02020603050405020304" pitchFamily="18" charset="0"/>
              </a:rPr>
              <a:t>To integrate a Random Forest-based prediction model with a </a:t>
            </a:r>
            <a:r>
              <a:rPr lang="en-IN" dirty="0" err="1">
                <a:latin typeface="Times New Roman" panose="02020603050405020304" pitchFamily="18" charset="0"/>
                <a:cs typeface="Times New Roman" panose="02020603050405020304" pitchFamily="18" charset="0"/>
              </a:rPr>
              <a:t>FastAPI</a:t>
            </a:r>
            <a:r>
              <a:rPr lang="en-IN" dirty="0">
                <a:latin typeface="Times New Roman" panose="02020603050405020304" pitchFamily="18" charset="0"/>
                <a:cs typeface="Times New Roman" panose="02020603050405020304" pitchFamily="18" charset="0"/>
              </a:rPr>
              <a:t> service.</a:t>
            </a:r>
          </a:p>
          <a:p>
            <a:pPr lvl="0">
              <a:lnSpc>
                <a:spcPct val="150000"/>
              </a:lnSpc>
            </a:pPr>
            <a:r>
              <a:rPr lang="en-IN" dirty="0">
                <a:latin typeface="Times New Roman" panose="02020603050405020304" pitchFamily="18" charset="0"/>
                <a:cs typeface="Times New Roman" panose="02020603050405020304" pitchFamily="18" charset="0"/>
              </a:rPr>
              <a:t>To provide a foundation for future adaptive alerts and academic project management.</a:t>
            </a: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Objectives</a:t>
            </a:r>
          </a:p>
        </p:txBody>
      </p:sp>
      <p:sp>
        <p:nvSpPr>
          <p:cNvPr id="5" name="TextBox 4">
            <a:extLst>
              <a:ext uri="{FF2B5EF4-FFF2-40B4-BE49-F238E27FC236}">
                <a16:creationId xmlns:a16="http://schemas.microsoft.com/office/drawing/2014/main" id="{20567587-3777-41DB-4DF3-95F701FE13D8}"/>
              </a:ext>
            </a:extLst>
          </p:cNvPr>
          <p:cNvSpPr txBox="1"/>
          <p:nvPr/>
        </p:nvSpPr>
        <p:spPr>
          <a:xfrm>
            <a:off x="1580743" y="738909"/>
            <a:ext cx="9030512" cy="5998052"/>
          </a:xfrm>
          <a:prstGeom prst="rect">
            <a:avLst/>
          </a:prstGeom>
          <a:noFill/>
        </p:spPr>
        <p:txBody>
          <a:bodyPr wrap="square">
            <a:spAutoFit/>
          </a:bodyPr>
          <a:lstStyle/>
          <a:p>
            <a:pPr>
              <a:lnSpc>
                <a:spcPct val="150000"/>
              </a:lnSpc>
            </a:pPr>
            <a:r>
              <a:rPr lang="en-IN" sz="2400" b="1" u="sng" dirty="0">
                <a:latin typeface="Times New Roman" panose="02020603050405020304" pitchFamily="18" charset="0"/>
                <a:cs typeface="Times New Roman" panose="02020603050405020304" pitchFamily="18" charset="0"/>
              </a:rPr>
              <a:t>Objectives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develop an integrated academic project management platform for managing projects, teams, tasks, and milestones.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develop a machine learning model that predicts academic project delay risk as LOW, MEDIUM, or HIGH.</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preprocess project data and train a Random Forest Classifier using relevant project features.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evaluate the model using accuracy, precision, recall, F1-score, and a confusion matrix.</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save the trained model using </a:t>
            </a:r>
            <a:r>
              <a:rPr lang="en-IN" dirty="0" err="1">
                <a:latin typeface="Times New Roman" panose="02020603050405020304" pitchFamily="18" charset="0"/>
                <a:cs typeface="Times New Roman" panose="02020603050405020304" pitchFamily="18" charset="0"/>
              </a:rPr>
              <a:t>Joblib</a:t>
            </a:r>
            <a:r>
              <a:rPr lang="en-IN" dirty="0">
                <a:latin typeface="Times New Roman" panose="02020603050405020304" pitchFamily="18" charset="0"/>
                <a:cs typeface="Times New Roman" panose="02020603050405020304" pitchFamily="18" charset="0"/>
              </a:rPr>
              <a:t> and provide predictions through a </a:t>
            </a:r>
            <a:r>
              <a:rPr lang="en-IN" dirty="0" err="1">
                <a:latin typeface="Times New Roman" panose="02020603050405020304" pitchFamily="18" charset="0"/>
                <a:cs typeface="Times New Roman" panose="02020603050405020304" pitchFamily="18" charset="0"/>
              </a:rPr>
              <a:t>FastAPI</a:t>
            </a:r>
            <a:r>
              <a:rPr lang="en-IN" dirty="0">
                <a:latin typeface="Times New Roman" panose="02020603050405020304" pitchFamily="18" charset="0"/>
                <a:cs typeface="Times New Roman" panose="02020603050405020304" pitchFamily="18" charset="0"/>
              </a:rPr>
              <a:t> service.</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integrate the AI prediction service with the backend for project risk assessment.</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support future adaptive reminders and risk-based alerts for students, faculty, and coordinators.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improve project monitoring by identifying potential delays and supporting timely intervention.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14D0A-4197-8C16-20DF-D025D723D640}"/>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B34E7C9-A343-A50E-3065-B739F2BA36DC}"/>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E5BE2F8-9168-F089-CAA4-16937061BB1E}"/>
              </a:ext>
            </a:extLst>
          </p:cNvPr>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Literature Survey</a:t>
            </a:r>
          </a:p>
        </p:txBody>
      </p:sp>
      <p:graphicFrame>
        <p:nvGraphicFramePr>
          <p:cNvPr id="6" name="Content Placeholder 3">
            <a:extLst>
              <a:ext uri="{FF2B5EF4-FFF2-40B4-BE49-F238E27FC236}">
                <a16:creationId xmlns:a16="http://schemas.microsoft.com/office/drawing/2014/main" id="{39A00511-E63A-CCF2-339C-88ED03BB1E34}"/>
              </a:ext>
            </a:extLst>
          </p:cNvPr>
          <p:cNvGraphicFramePr>
            <a:graphicFrameLocks/>
          </p:cNvGraphicFramePr>
          <p:nvPr>
            <p:extLst>
              <p:ext uri="{D42A27DB-BD31-4B8C-83A1-F6EECF244321}">
                <p14:modId xmlns:p14="http://schemas.microsoft.com/office/powerpoint/2010/main" val="3680903054"/>
              </p:ext>
            </p:extLst>
          </p:nvPr>
        </p:nvGraphicFramePr>
        <p:xfrm>
          <a:off x="274646" y="968086"/>
          <a:ext cx="11642705" cy="5247740"/>
        </p:xfrm>
        <a:graphic>
          <a:graphicData uri="http://schemas.openxmlformats.org/drawingml/2006/table">
            <a:tbl>
              <a:tblPr firstRow="1" bandRow="1">
                <a:tableStyleId>{BDBED569-4797-4DF1-A0F4-6AAB3CD982D8}</a:tableStyleId>
              </a:tblPr>
              <a:tblGrid>
                <a:gridCol w="1206912">
                  <a:extLst>
                    <a:ext uri="{9D8B030D-6E8A-4147-A177-3AD203B41FA5}">
                      <a16:colId xmlns:a16="http://schemas.microsoft.com/office/drawing/2014/main" val="20001"/>
                    </a:ext>
                  </a:extLst>
                </a:gridCol>
                <a:gridCol w="2157382">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429913">
                <a:tc>
                  <a:txBody>
                    <a:bodyPr/>
                    <a:lstStyle/>
                    <a:p>
                      <a:pPr>
                        <a:buNone/>
                      </a:pPr>
                      <a:r>
                        <a:rPr lang="en-IN" sz="1600" b="1" dirty="0">
                          <a:latin typeface="Times New Roman" panose="02020603050405020304" pitchFamily="18" charset="0"/>
                          <a:cs typeface="Times New Roman" panose="02020603050405020304" pitchFamily="18" charset="0"/>
                        </a:rPr>
                        <a:t>Authors</a:t>
                      </a:r>
                      <a:endParaRPr lang="en-IN" sz="1600" dirty="0">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buNone/>
                      </a:pPr>
                      <a:r>
                        <a:rPr lang="en-IN" sz="1600" b="1" dirty="0">
                          <a:latin typeface="Times New Roman" panose="02020603050405020304" pitchFamily="18" charset="0"/>
                          <a:cs typeface="Times New Roman" panose="02020603050405020304" pitchFamily="18" charset="0"/>
                        </a:rPr>
                        <a:t>Title of the Paper</a:t>
                      </a:r>
                      <a:endParaRPr lang="en-IN" sz="1600" dirty="0">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buNone/>
                      </a:pPr>
                      <a:r>
                        <a:rPr lang="en-IN" sz="1600" b="1">
                          <a:latin typeface="Times New Roman" panose="02020603050405020304" pitchFamily="18" charset="0"/>
                          <a:cs typeface="Times New Roman" panose="02020603050405020304" pitchFamily="18" charset="0"/>
                        </a:rPr>
                        <a:t>Methodology</a:t>
                      </a:r>
                      <a:endParaRPr lang="en-IN" sz="1600">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buNone/>
                      </a:pPr>
                      <a:r>
                        <a:rPr lang="en-IN" sz="1600" b="1">
                          <a:latin typeface="Times New Roman" panose="02020603050405020304" pitchFamily="18" charset="0"/>
                          <a:cs typeface="Times New Roman" panose="02020603050405020304" pitchFamily="18" charset="0"/>
                        </a:rPr>
                        <a:t>Inferences</a:t>
                      </a:r>
                      <a:endParaRPr lang="en-IN" sz="1600">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buNone/>
                      </a:pPr>
                      <a:r>
                        <a:rPr lang="en-IN" sz="1600" b="1" dirty="0">
                          <a:latin typeface="Times New Roman" panose="02020603050405020304" pitchFamily="18" charset="0"/>
                          <a:cs typeface="Times New Roman" panose="02020603050405020304" pitchFamily="18" charset="0"/>
                        </a:rPr>
                        <a:t>Limitation / Future Work</a:t>
                      </a:r>
                      <a:endParaRPr lang="en-IN" sz="1600" dirty="0">
                        <a:latin typeface="Times New Roman" panose="02020603050405020304" pitchFamily="18" charset="0"/>
                        <a:cs typeface="Times New Roman" panose="02020603050405020304" pitchFamily="18" charset="0"/>
                      </a:endParaRPr>
                    </a:p>
                  </a:txBody>
                  <a:tcPr anchor="ctr">
                    <a:solidFill>
                      <a:srgbClr val="FFFF00"/>
                    </a:solidFill>
                  </a:tcPr>
                </a:tc>
                <a:extLst>
                  <a:ext uri="{0D108BD9-81ED-4DB2-BD59-A6C34878D82A}">
                    <a16:rowId xmlns:a16="http://schemas.microsoft.com/office/drawing/2014/main" val="10000"/>
                  </a:ext>
                </a:extLst>
              </a:tr>
              <a:tr h="1708867">
                <a:tc>
                  <a:txBody>
                    <a:bodyPr/>
                    <a:lstStyle/>
                    <a:p>
                      <a:pPr>
                        <a:buNone/>
                      </a:pPr>
                      <a:r>
                        <a:rPr lang="en-IN" sz="1600" b="1" dirty="0">
                          <a:latin typeface="Times New Roman" panose="02020603050405020304" pitchFamily="18" charset="0"/>
                          <a:cs typeface="Times New Roman" panose="02020603050405020304" pitchFamily="18" charset="0"/>
                        </a:rPr>
                        <a:t>Wang, J. &amp; Yu, Y. (2025)</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Machine Learning Approach to Student Performance Prediction of Online Learning</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 Machine learning-based prediction</a:t>
                      </a:r>
                    </a:p>
                    <a:p>
                      <a:pPr>
                        <a:buNone/>
                      </a:pPr>
                      <a:r>
                        <a:rPr lang="en-IN" sz="1600" dirty="0">
                          <a:latin typeface="Times New Roman" panose="02020603050405020304" pitchFamily="18" charset="0"/>
                          <a:cs typeface="Times New Roman" panose="02020603050405020304" pitchFamily="18" charset="0"/>
                        </a:rPr>
                        <a:t>• Student academic/learning data</a:t>
                      </a:r>
                    </a:p>
                    <a:p>
                      <a:pPr>
                        <a:buNone/>
                      </a:pPr>
                      <a:r>
                        <a:rPr lang="en-IN" sz="1600" dirty="0">
                          <a:latin typeface="Times New Roman" panose="02020603050405020304" pitchFamily="18" charset="0"/>
                          <a:cs typeface="Times New Roman" panose="02020603050405020304" pitchFamily="18" charset="0"/>
                        </a:rPr>
                        <a:t>• Data preprocessing and predictive </a:t>
                      </a:r>
                      <a:r>
                        <a:rPr lang="en-IN" sz="1600" dirty="0" err="1">
                          <a:latin typeface="Times New Roman" panose="02020603050405020304" pitchFamily="18" charset="0"/>
                          <a:cs typeface="Times New Roman" panose="02020603050405020304" pitchFamily="18" charset="0"/>
                        </a:rPr>
                        <a:t>modeling</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 ML can identify patterns in educational data.</a:t>
                      </a:r>
                    </a:p>
                    <a:p>
                      <a:pPr>
                        <a:buNone/>
                      </a:pPr>
                      <a:r>
                        <a:rPr lang="en-IN" sz="1600" dirty="0">
                          <a:latin typeface="Times New Roman" panose="02020603050405020304" pitchFamily="18" charset="0"/>
                          <a:cs typeface="Times New Roman" panose="02020603050405020304" pitchFamily="18" charset="0"/>
                        </a:rPr>
                        <a:t>• Predictive models can support early identification of students requiring attention.</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 Focuses mainly on student performance rather than academic project delays.</a:t>
                      </a:r>
                    </a:p>
                    <a:p>
                      <a:pPr>
                        <a:buNone/>
                      </a:pPr>
                      <a:r>
                        <a:rPr lang="en-IN" sz="1600" dirty="0">
                          <a:latin typeface="Times New Roman" panose="02020603050405020304" pitchFamily="18" charset="0"/>
                          <a:cs typeface="Times New Roman" panose="02020603050405020304" pitchFamily="18" charset="0"/>
                        </a:rPr>
                        <a:t>• Future work can explore project-level prediction and intervention.</a:t>
                      </a:r>
                    </a:p>
                  </a:txBody>
                  <a:tcPr anchor="ctr"/>
                </a:tc>
                <a:extLst>
                  <a:ext uri="{0D108BD9-81ED-4DB2-BD59-A6C34878D82A}">
                    <a16:rowId xmlns:a16="http://schemas.microsoft.com/office/drawing/2014/main" val="3714155954"/>
                  </a:ext>
                </a:extLst>
              </a:tr>
              <a:tr h="1501249">
                <a:tc>
                  <a:txBody>
                    <a:bodyPr/>
                    <a:lstStyle/>
                    <a:p>
                      <a:pPr>
                        <a:buNone/>
                      </a:pPr>
                      <a:r>
                        <a:rPr lang="en-IN" sz="1600" b="1">
                          <a:latin typeface="Times New Roman" panose="02020603050405020304" pitchFamily="18" charset="0"/>
                          <a:cs typeface="Times New Roman" panose="02020603050405020304" pitchFamily="18" charset="0"/>
                        </a:rPr>
                        <a:t>Mandapatti, J.K. (2025)</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Machine Learning Models for Predicting Software Project Delays in Large Development Teams</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 Historical project data</a:t>
                      </a:r>
                    </a:p>
                    <a:p>
                      <a:pPr>
                        <a:buNone/>
                      </a:pPr>
                      <a:r>
                        <a:rPr lang="en-IN" sz="1600" dirty="0">
                          <a:latin typeface="Times New Roman" panose="02020603050405020304" pitchFamily="18" charset="0"/>
                          <a:cs typeface="Times New Roman" panose="02020603050405020304" pitchFamily="18" charset="0"/>
                        </a:rPr>
                        <a:t>• Project activity and team-related features</a:t>
                      </a:r>
                    </a:p>
                    <a:p>
                      <a:pPr>
                        <a:buNone/>
                      </a:pPr>
                      <a:r>
                        <a:rPr lang="en-IN" sz="1600" dirty="0">
                          <a:latin typeface="Times New Roman" panose="02020603050405020304" pitchFamily="18" charset="0"/>
                          <a:cs typeface="Times New Roman" panose="02020603050405020304" pitchFamily="18" charset="0"/>
                        </a:rPr>
                        <a:t>• Machine learning models for delay prediction</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 Project activity data can be used to predict project delays.</a:t>
                      </a:r>
                    </a:p>
                    <a:p>
                      <a:pPr>
                        <a:buNone/>
                      </a:pPr>
                      <a:r>
                        <a:rPr lang="en-IN" sz="1600" dirty="0">
                          <a:latin typeface="Times New Roman" panose="02020603050405020304" pitchFamily="18" charset="0"/>
                          <a:cs typeface="Times New Roman" panose="02020603050405020304" pitchFamily="18" charset="0"/>
                        </a:rPr>
                        <a:t>• ML can support early identification of scheduling risks.</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 Focuses on software development teams rather than academic projects.</a:t>
                      </a:r>
                    </a:p>
                    <a:p>
                      <a:pPr>
                        <a:buNone/>
                      </a:pPr>
                      <a:r>
                        <a:rPr lang="en-IN" sz="1600" dirty="0">
                          <a:latin typeface="Times New Roman" panose="02020603050405020304" pitchFamily="18" charset="0"/>
                          <a:cs typeface="Times New Roman" panose="02020603050405020304" pitchFamily="18" charset="0"/>
                        </a:rPr>
                        <a:t>• Future work can adapt delay prediction to educational project environments.</a:t>
                      </a:r>
                    </a:p>
                  </a:txBody>
                  <a:tcPr anchor="ctr"/>
                </a:tc>
                <a:extLst>
                  <a:ext uri="{0D108BD9-81ED-4DB2-BD59-A6C34878D82A}">
                    <a16:rowId xmlns:a16="http://schemas.microsoft.com/office/drawing/2014/main" val="2655426370"/>
                  </a:ext>
                </a:extLst>
              </a:tr>
              <a:tr h="1520089">
                <a:tc>
                  <a:txBody>
                    <a:bodyPr/>
                    <a:lstStyle/>
                    <a:p>
                      <a:pPr>
                        <a:buNone/>
                      </a:pPr>
                      <a:r>
                        <a:rPr lang="en-IN" sz="1600" b="1">
                          <a:latin typeface="Times New Roman" panose="02020603050405020304" pitchFamily="18" charset="0"/>
                          <a:cs typeface="Times New Roman" panose="02020603050405020304" pitchFamily="18" charset="0"/>
                        </a:rPr>
                        <a:t>Chauhan, N. (2025)</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a:latin typeface="Times New Roman" panose="02020603050405020304" pitchFamily="18" charset="0"/>
                          <a:cs typeface="Times New Roman" panose="02020603050405020304" pitchFamily="18" charset="0"/>
                        </a:rPr>
                        <a:t>Adaptive Scheduling: Applying AI and Machine Learning to Optimize Project Timelines and Resource</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 AI and machine learning</a:t>
                      </a:r>
                    </a:p>
                    <a:p>
                      <a:pPr>
                        <a:buNone/>
                      </a:pPr>
                      <a:r>
                        <a:rPr lang="en-IN" sz="1600" dirty="0">
                          <a:latin typeface="Times New Roman" panose="02020603050405020304" pitchFamily="18" charset="0"/>
                          <a:cs typeface="Times New Roman" panose="02020603050405020304" pitchFamily="18" charset="0"/>
                        </a:rPr>
                        <a:t>• Dynamic scheduling</a:t>
                      </a:r>
                    </a:p>
                    <a:p>
                      <a:pPr>
                        <a:buNone/>
                      </a:pPr>
                      <a:r>
                        <a:rPr lang="en-IN" sz="1600" dirty="0">
                          <a:latin typeface="Times New Roman" panose="02020603050405020304" pitchFamily="18" charset="0"/>
                          <a:cs typeface="Times New Roman" panose="02020603050405020304" pitchFamily="18" charset="0"/>
                        </a:rPr>
                        <a:t>• Predictive models</a:t>
                      </a:r>
                    </a:p>
                    <a:p>
                      <a:pPr>
                        <a:buNone/>
                      </a:pPr>
                      <a:r>
                        <a:rPr lang="en-IN" sz="1600" dirty="0">
                          <a:latin typeface="Times New Roman" panose="02020603050405020304" pitchFamily="18" charset="0"/>
                          <a:cs typeface="Times New Roman" panose="02020603050405020304" pitchFamily="18" charset="0"/>
                        </a:rPr>
                        <a:t>• Real-time project data</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 AI/ML can support adaptive project scheduling.</a:t>
                      </a:r>
                    </a:p>
                    <a:p>
                      <a:pPr>
                        <a:buNone/>
                      </a:pPr>
                      <a:r>
                        <a:rPr lang="en-IN" sz="1600" dirty="0">
                          <a:latin typeface="Times New Roman" panose="02020603050405020304" pitchFamily="18" charset="0"/>
                          <a:cs typeface="Times New Roman" panose="02020603050405020304" pitchFamily="18" charset="0"/>
                        </a:rPr>
                        <a:t>• Prediction can be combined with project-management actions to respond to changing conditions.</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 Focuses mainly on scheduling and resource optimization.</a:t>
                      </a:r>
                    </a:p>
                    <a:p>
                      <a:pPr>
                        <a:buNone/>
                      </a:pPr>
                      <a:r>
                        <a:rPr lang="en-IN" sz="1600" dirty="0">
                          <a:latin typeface="Times New Roman" panose="02020603050405020304" pitchFamily="18" charset="0"/>
                          <a:cs typeface="Times New Roman" panose="02020603050405020304" pitchFamily="18" charset="0"/>
                        </a:rPr>
                        <a:t>• Future work can integrate academic project monitoring, risk prediction, and adaptive notifications.</a:t>
                      </a:r>
                    </a:p>
                  </a:txBody>
                  <a:tcPr anchor="ctr"/>
                </a:tc>
                <a:extLst>
                  <a:ext uri="{0D108BD9-81ED-4DB2-BD59-A6C34878D82A}">
                    <a16:rowId xmlns:a16="http://schemas.microsoft.com/office/drawing/2014/main" val="2841575018"/>
                  </a:ext>
                </a:extLst>
              </a:tr>
            </a:tbl>
          </a:graphicData>
        </a:graphic>
      </p:graphicFrame>
    </p:spTree>
    <p:extLst>
      <p:ext uri="{BB962C8B-B14F-4D97-AF65-F5344CB8AC3E}">
        <p14:creationId xmlns:p14="http://schemas.microsoft.com/office/powerpoint/2010/main" val="455804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26084-7095-4F21-2346-BA980D1B4910}"/>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701C9E7-1560-0DE0-1976-62EF59FA958F}"/>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3FE274C-E210-00C9-B11B-1ED988346B78}"/>
              </a:ext>
            </a:extLst>
          </p:cNvPr>
          <p:cNvSpPr txBox="1"/>
          <p:nvPr/>
        </p:nvSpPr>
        <p:spPr>
          <a:xfrm>
            <a:off x="2660072" y="228742"/>
            <a:ext cx="6871855" cy="461665"/>
          </a:xfrm>
          <a:prstGeom prst="rect">
            <a:avLst/>
          </a:prstGeom>
          <a:noFill/>
        </p:spPr>
        <p:txBody>
          <a:bodyPr wrap="square" rtlCol="0">
            <a:spAutoFit/>
          </a:bodyPr>
          <a:lstStyle/>
          <a:p>
            <a:pPr algn="ctr"/>
            <a:r>
              <a:rPr lang="en-IN" sz="2300" b="1" dirty="0">
                <a:solidFill>
                  <a:schemeClr val="bg1"/>
                </a:solidFill>
                <a:latin typeface="Times New Roman" panose="02020603050405020304" pitchFamily="18" charset="0"/>
                <a:cs typeface="Times New Roman" panose="02020603050405020304" pitchFamily="18" charset="0"/>
              </a:rPr>
              <a:t>Existing System vs Proposed System</a:t>
            </a:r>
            <a:endParaRPr lang="en-US" sz="2300" b="1" dirty="0">
              <a:solidFill>
                <a:schemeClr val="bg1"/>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5DB77B67-3958-007F-D4EF-DE87385A4DB0}"/>
              </a:ext>
            </a:extLst>
          </p:cNvPr>
          <p:cNvGraphicFramePr>
            <a:graphicFrameLocks noGrp="1"/>
          </p:cNvGraphicFramePr>
          <p:nvPr>
            <p:extLst>
              <p:ext uri="{D42A27DB-BD31-4B8C-83A1-F6EECF244321}">
                <p14:modId xmlns:p14="http://schemas.microsoft.com/office/powerpoint/2010/main" val="2052019364"/>
              </p:ext>
            </p:extLst>
          </p:nvPr>
        </p:nvGraphicFramePr>
        <p:xfrm>
          <a:off x="396240" y="888646"/>
          <a:ext cx="11435016" cy="5313866"/>
        </p:xfrm>
        <a:graphic>
          <a:graphicData uri="http://schemas.openxmlformats.org/drawingml/2006/table">
            <a:tbl>
              <a:tblPr>
                <a:tableStyleId>{69CF1AB2-1976-4502-BF36-3FF5EA218861}</a:tableStyleId>
              </a:tblPr>
              <a:tblGrid>
                <a:gridCol w="3751940">
                  <a:extLst>
                    <a:ext uri="{9D8B030D-6E8A-4147-A177-3AD203B41FA5}">
                      <a16:colId xmlns:a16="http://schemas.microsoft.com/office/drawing/2014/main" val="4061101483"/>
                    </a:ext>
                  </a:extLst>
                </a:gridCol>
                <a:gridCol w="3841538">
                  <a:extLst>
                    <a:ext uri="{9D8B030D-6E8A-4147-A177-3AD203B41FA5}">
                      <a16:colId xmlns:a16="http://schemas.microsoft.com/office/drawing/2014/main" val="1499037303"/>
                    </a:ext>
                  </a:extLst>
                </a:gridCol>
                <a:gridCol w="3841538">
                  <a:extLst>
                    <a:ext uri="{9D8B030D-6E8A-4147-A177-3AD203B41FA5}">
                      <a16:colId xmlns:a16="http://schemas.microsoft.com/office/drawing/2014/main" val="1240095816"/>
                    </a:ext>
                  </a:extLst>
                </a:gridCol>
              </a:tblGrid>
              <a:tr h="228901">
                <a:tc>
                  <a:txBody>
                    <a:bodyPr/>
                    <a:lstStyle/>
                    <a:p>
                      <a:pPr>
                        <a:buNone/>
                      </a:pPr>
                      <a:r>
                        <a:rPr lang="en-IN" sz="1600" b="1" dirty="0">
                          <a:latin typeface="Times New Roman" panose="02020603050405020304" pitchFamily="18" charset="0"/>
                          <a:cs typeface="Times New Roman" panose="02020603050405020304" pitchFamily="18" charset="0"/>
                        </a:rPr>
                        <a:t>Existing </a:t>
                      </a:r>
                      <a:r>
                        <a:rPr lang="en-IN" sz="1600" b="1" dirty="0">
                          <a:solidFill>
                            <a:schemeClr val="tx1"/>
                          </a:solidFill>
                          <a:latin typeface="Times New Roman" panose="02020603050405020304" pitchFamily="18" charset="0"/>
                          <a:cs typeface="Times New Roman" panose="02020603050405020304" pitchFamily="18" charset="0"/>
                        </a:rPr>
                        <a:t>System</a:t>
                      </a:r>
                      <a:r>
                        <a:rPr lang="en-IN" sz="1600" b="1" dirty="0">
                          <a:latin typeface="Times New Roman" panose="02020603050405020304" pitchFamily="18" charset="0"/>
                          <a:cs typeface="Times New Roman" panose="02020603050405020304" pitchFamily="18" charset="0"/>
                        </a:rPr>
                        <a:t> / Approach</a:t>
                      </a:r>
                      <a:endParaRPr lang="en-IN" sz="1600" dirty="0">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buNone/>
                      </a:pPr>
                      <a:r>
                        <a:rPr lang="en-IN" sz="1600" b="1" dirty="0">
                          <a:latin typeface="Times New Roman" panose="02020603050405020304" pitchFamily="18" charset="0"/>
                          <a:cs typeface="Times New Roman" panose="02020603050405020304" pitchFamily="18" charset="0"/>
                        </a:rPr>
                        <a:t>Problem Gap Identification</a:t>
                      </a:r>
                      <a:endParaRPr lang="en-IN" sz="1600" dirty="0">
                        <a:latin typeface="Times New Roman" panose="02020603050405020304" pitchFamily="18" charset="0"/>
                        <a:cs typeface="Times New Roman" panose="02020603050405020304" pitchFamily="18" charset="0"/>
                      </a:endParaRPr>
                    </a:p>
                  </a:txBody>
                  <a:tcPr anchor="ctr">
                    <a:solidFill>
                      <a:srgbClr val="FFFF00"/>
                    </a:solidFill>
                  </a:tcPr>
                </a:tc>
                <a:tc>
                  <a:txBody>
                    <a:bodyPr/>
                    <a:lstStyle/>
                    <a:p>
                      <a:pPr>
                        <a:buNone/>
                      </a:pPr>
                      <a:r>
                        <a:rPr lang="en-IN" sz="1600" b="1" dirty="0">
                          <a:latin typeface="Times New Roman" panose="02020603050405020304" pitchFamily="18" charset="0"/>
                          <a:cs typeface="Times New Roman" panose="02020603050405020304" pitchFamily="18" charset="0"/>
                        </a:rPr>
                        <a:t>Our Proposed Solution</a:t>
                      </a:r>
                      <a:endParaRPr lang="en-IN" sz="1600" dirty="0">
                        <a:latin typeface="Times New Roman" panose="02020603050405020304" pitchFamily="18" charset="0"/>
                        <a:cs typeface="Times New Roman" panose="02020603050405020304" pitchFamily="18" charset="0"/>
                      </a:endParaRPr>
                    </a:p>
                  </a:txBody>
                  <a:tcPr anchor="ctr">
                    <a:solidFill>
                      <a:srgbClr val="FFFF00"/>
                    </a:solidFill>
                  </a:tcPr>
                </a:tc>
                <a:extLst>
                  <a:ext uri="{0D108BD9-81ED-4DB2-BD59-A6C34878D82A}">
                    <a16:rowId xmlns:a16="http://schemas.microsoft.com/office/drawing/2014/main" val="543147572"/>
                  </a:ext>
                </a:extLst>
              </a:tr>
              <a:tr h="1773979">
                <a:tc>
                  <a:txBody>
                    <a:bodyPr/>
                    <a:lstStyle/>
                    <a:p>
                      <a:pPr>
                        <a:buNone/>
                      </a:pPr>
                      <a:r>
                        <a:rPr lang="en-IN" sz="1600" b="1" dirty="0">
                          <a:latin typeface="Times New Roman" panose="02020603050405020304" pitchFamily="18" charset="0"/>
                          <a:cs typeface="Times New Roman" panose="02020603050405020304" pitchFamily="18" charset="0"/>
                        </a:rPr>
                        <a:t>1. Traditional Academic Project Tracking</a:t>
                      </a:r>
                      <a:r>
                        <a:rPr lang="en-IN" sz="1600" dirty="0">
                          <a:latin typeface="Times New Roman" panose="02020603050405020304" pitchFamily="18" charset="0"/>
                          <a:cs typeface="Times New Roman" panose="02020603050405020304" pitchFamily="18" charset="0"/>
                        </a:rPr>
                        <a:t> – Existing academic project processes commonly use spreadsheets, periodic reviews, and manual progress tracking to monitor student projects.</a:t>
                      </a:r>
                    </a:p>
                  </a:txBody>
                  <a:tcPr anchor="ctr">
                    <a:solidFill>
                      <a:schemeClr val="accent1">
                        <a:lumMod val="20000"/>
                        <a:lumOff val="80000"/>
                      </a:schemeClr>
                    </a:solidFill>
                  </a:tcPr>
                </a:tc>
                <a:tc>
                  <a:txBody>
                    <a:bodyPr/>
                    <a:lstStyle/>
                    <a:p>
                      <a:pPr>
                        <a:buNone/>
                      </a:pPr>
                      <a:r>
                        <a:rPr lang="en-IN" sz="1600" dirty="0">
                          <a:latin typeface="Times New Roman" panose="02020603050405020304" pitchFamily="18" charset="0"/>
                          <a:cs typeface="Times New Roman" panose="02020603050405020304" pitchFamily="18" charset="0"/>
                        </a:rPr>
                        <a:t>Manual tracking can make it difficult to identify delayed projects early. Faculty and coordinators may need to check multiple projects individually.</a:t>
                      </a:r>
                    </a:p>
                  </a:txBody>
                  <a:tcPr anchor="ctr">
                    <a:solidFill>
                      <a:schemeClr val="accent1">
                        <a:lumMod val="20000"/>
                        <a:lumOff val="80000"/>
                      </a:schemeClr>
                    </a:solidFill>
                  </a:tcPr>
                </a:tc>
                <a:tc>
                  <a:txBody>
                    <a:bodyPr/>
                    <a:lstStyle/>
                    <a:p>
                      <a:pPr>
                        <a:buNone/>
                      </a:pPr>
                      <a:r>
                        <a:rPr lang="en-IN" sz="1600" b="1" dirty="0">
                          <a:latin typeface="Times New Roman" panose="02020603050405020304" pitchFamily="18" charset="0"/>
                          <a:cs typeface="Times New Roman" panose="02020603050405020304" pitchFamily="18" charset="0"/>
                        </a:rPr>
                        <a:t>Centralized Academic Project Platform</a:t>
                      </a:r>
                      <a:r>
                        <a:rPr lang="en-IN" sz="1600" dirty="0">
                          <a:latin typeface="Times New Roman" panose="02020603050405020304" pitchFamily="18" charset="0"/>
                          <a:cs typeface="Times New Roman" panose="02020603050405020304" pitchFamily="18" charset="0"/>
                        </a:rPr>
                        <a:t> – AI-</a:t>
                      </a:r>
                      <a:r>
                        <a:rPr lang="en-IN" sz="1600" dirty="0" err="1">
                          <a:latin typeface="Times New Roman" panose="02020603050405020304" pitchFamily="18" charset="0"/>
                          <a:cs typeface="Times New Roman" panose="02020603050405020304" pitchFamily="18" charset="0"/>
                        </a:rPr>
                        <a:t>AcadPredict</a:t>
                      </a:r>
                      <a:r>
                        <a:rPr lang="en-IN" sz="1600" dirty="0">
                          <a:latin typeface="Times New Roman" panose="02020603050405020304" pitchFamily="18" charset="0"/>
                          <a:cs typeface="Times New Roman" panose="02020603050405020304" pitchFamily="18" charset="0"/>
                        </a:rPr>
                        <a:t> provides a centralized platform for students, faculty, and coordinators to manage projects, teams, tasks, milestones, reviews, and progress.</a:t>
                      </a:r>
                    </a:p>
                  </a:txBody>
                  <a:tcPr anchor="ctr">
                    <a:solidFill>
                      <a:schemeClr val="accent1">
                        <a:lumMod val="20000"/>
                        <a:lumOff val="80000"/>
                      </a:schemeClr>
                    </a:solidFill>
                  </a:tcPr>
                </a:tc>
                <a:extLst>
                  <a:ext uri="{0D108BD9-81ED-4DB2-BD59-A6C34878D82A}">
                    <a16:rowId xmlns:a16="http://schemas.microsoft.com/office/drawing/2014/main" val="468024174"/>
                  </a:ext>
                </a:extLst>
              </a:tr>
              <a:tr h="1430628">
                <a:tc>
                  <a:txBody>
                    <a:bodyPr/>
                    <a:lstStyle/>
                    <a:p>
                      <a:pPr>
                        <a:buNone/>
                      </a:pPr>
                      <a:r>
                        <a:rPr lang="en-IN" sz="1600" b="1" dirty="0">
                          <a:latin typeface="Times New Roman" panose="02020603050405020304" pitchFamily="18" charset="0"/>
                          <a:cs typeface="Times New Roman" panose="02020603050405020304" pitchFamily="18" charset="0"/>
                        </a:rPr>
                        <a:t>2. Student Performance Prediction</a:t>
                      </a:r>
                      <a:r>
                        <a:rPr lang="en-IN" sz="1600" dirty="0">
                          <a:latin typeface="Times New Roman" panose="02020603050405020304" pitchFamily="18" charset="0"/>
                          <a:cs typeface="Times New Roman" panose="02020603050405020304" pitchFamily="18" charset="0"/>
                        </a:rPr>
                        <a:t> – Existing research uses machine learning techniques to </a:t>
                      </a: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academic data and predict student performance or outcomes.</a:t>
                      </a:r>
                    </a:p>
                  </a:txBody>
                  <a:tcPr anchor="ctr">
                    <a:solidFill>
                      <a:schemeClr val="bg1"/>
                    </a:solidFill>
                  </a:tcPr>
                </a:tc>
                <a:tc>
                  <a:txBody>
                    <a:bodyPr/>
                    <a:lstStyle/>
                    <a:p>
                      <a:pPr>
                        <a:buNone/>
                      </a:pPr>
                      <a:r>
                        <a:rPr lang="en-IN" sz="1600" dirty="0">
                          <a:latin typeface="Times New Roman" panose="02020603050405020304" pitchFamily="18" charset="0"/>
                          <a:cs typeface="Times New Roman" panose="02020603050405020304" pitchFamily="18" charset="0"/>
                        </a:rPr>
                        <a:t>Student performance prediction does not directly address </a:t>
                      </a:r>
                      <a:r>
                        <a:rPr lang="en-IN" sz="1600" b="1" dirty="0">
                          <a:latin typeface="Times New Roman" panose="02020603050405020304" pitchFamily="18" charset="0"/>
                          <a:cs typeface="Times New Roman" panose="02020603050405020304" pitchFamily="18" charset="0"/>
                        </a:rPr>
                        <a:t>academic project delay risk</a:t>
                      </a:r>
                      <a:r>
                        <a:rPr lang="en-IN" sz="1600" dirty="0">
                          <a:latin typeface="Times New Roman" panose="02020603050405020304" pitchFamily="18" charset="0"/>
                          <a:cs typeface="Times New Roman" panose="02020603050405020304" pitchFamily="18" charset="0"/>
                        </a:rPr>
                        <a:t> or project-level progress conditions.</a:t>
                      </a:r>
                    </a:p>
                  </a:txBody>
                  <a:tcPr anchor="ctr">
                    <a:solidFill>
                      <a:schemeClr val="bg1"/>
                    </a:solidFill>
                  </a:tcPr>
                </a:tc>
                <a:tc>
                  <a:txBody>
                    <a:bodyPr/>
                    <a:lstStyle/>
                    <a:p>
                      <a:pPr>
                        <a:buNone/>
                      </a:pPr>
                      <a:r>
                        <a:rPr lang="en-IN" sz="1600" b="1" dirty="0">
                          <a:latin typeface="Times New Roman" panose="02020603050405020304" pitchFamily="18" charset="0"/>
                          <a:cs typeface="Times New Roman" panose="02020603050405020304" pitchFamily="18" charset="0"/>
                        </a:rPr>
                        <a:t>AI-Based Project Delay Risk Prediction</a:t>
                      </a:r>
                      <a:r>
                        <a:rPr lang="en-IN" sz="1600" dirty="0">
                          <a:latin typeface="Times New Roman" panose="02020603050405020304" pitchFamily="18" charset="0"/>
                          <a:cs typeface="Times New Roman" panose="02020603050405020304" pitchFamily="18" charset="0"/>
                        </a:rPr>
                        <a:t> – AI-</a:t>
                      </a:r>
                      <a:r>
                        <a:rPr lang="en-IN" sz="1600" dirty="0" err="1">
                          <a:latin typeface="Times New Roman" panose="02020603050405020304" pitchFamily="18" charset="0"/>
                          <a:cs typeface="Times New Roman" panose="02020603050405020304" pitchFamily="18" charset="0"/>
                        </a:rPr>
                        <a:t>AcadPredict</a:t>
                      </a:r>
                      <a:r>
                        <a:rPr lang="en-IN" sz="1600" dirty="0">
                          <a:latin typeface="Times New Roman" panose="02020603050405020304" pitchFamily="18" charset="0"/>
                          <a:cs typeface="Times New Roman" panose="02020603050405020304" pitchFamily="18" charset="0"/>
                        </a:rPr>
                        <a:t> uses project-related activity features and a </a:t>
                      </a:r>
                      <a:r>
                        <a:rPr lang="en-IN" sz="1600" b="1" dirty="0">
                          <a:latin typeface="Times New Roman" panose="02020603050405020304" pitchFamily="18" charset="0"/>
                          <a:cs typeface="Times New Roman" panose="02020603050405020304" pitchFamily="18" charset="0"/>
                        </a:rPr>
                        <a:t>Random Forest model</a:t>
                      </a:r>
                      <a:r>
                        <a:rPr lang="en-IN" sz="1600" dirty="0">
                          <a:latin typeface="Times New Roman" panose="02020603050405020304" pitchFamily="18" charset="0"/>
                          <a:cs typeface="Times New Roman" panose="02020603050405020304" pitchFamily="18" charset="0"/>
                        </a:rPr>
                        <a:t> to classify projects into </a:t>
                      </a:r>
                      <a:r>
                        <a:rPr lang="en-IN" sz="1600" b="1" dirty="0">
                          <a:latin typeface="Times New Roman" panose="02020603050405020304" pitchFamily="18" charset="0"/>
                          <a:cs typeface="Times New Roman" panose="02020603050405020304" pitchFamily="18" charset="0"/>
                        </a:rPr>
                        <a:t>Low, Medium, and High delay risk</a:t>
                      </a:r>
                      <a:r>
                        <a:rPr lang="en-IN" sz="1600" dirty="0">
                          <a:latin typeface="Times New Roman" panose="02020603050405020304" pitchFamily="18" charset="0"/>
                          <a:cs typeface="Times New Roman" panose="02020603050405020304" pitchFamily="18" charset="0"/>
                        </a:rPr>
                        <a:t>.</a:t>
                      </a:r>
                    </a:p>
                  </a:txBody>
                  <a:tcPr anchor="ctr">
                    <a:solidFill>
                      <a:schemeClr val="bg1"/>
                    </a:solidFill>
                  </a:tcPr>
                </a:tc>
                <a:extLst>
                  <a:ext uri="{0D108BD9-81ED-4DB2-BD59-A6C34878D82A}">
                    <a16:rowId xmlns:a16="http://schemas.microsoft.com/office/drawing/2014/main" val="2237096993"/>
                  </a:ext>
                </a:extLst>
              </a:tr>
              <a:tr h="1773979">
                <a:tc>
                  <a:txBody>
                    <a:bodyPr/>
                    <a:lstStyle/>
                    <a:p>
                      <a:pPr>
                        <a:buNone/>
                      </a:pPr>
                      <a:r>
                        <a:rPr lang="en-IN" sz="1600" b="1" dirty="0">
                          <a:latin typeface="Times New Roman" panose="02020603050405020304" pitchFamily="18" charset="0"/>
                          <a:cs typeface="Times New Roman" panose="02020603050405020304" pitchFamily="18" charset="0"/>
                        </a:rPr>
                        <a:t>3. Project Delay Prediction</a:t>
                      </a:r>
                      <a:r>
                        <a:rPr lang="en-IN" sz="1600" dirty="0">
                          <a:latin typeface="Times New Roman" panose="02020603050405020304" pitchFamily="18" charset="0"/>
                          <a:cs typeface="Times New Roman" panose="02020603050405020304" pitchFamily="18" charset="0"/>
                        </a:rPr>
                        <a:t> – Existing research applies machine learning to historical project data to identify potential schedule delays.</a:t>
                      </a:r>
                    </a:p>
                  </a:txBody>
                  <a:tcPr anchor="ctr">
                    <a:solidFill>
                      <a:schemeClr val="accent1">
                        <a:lumMod val="20000"/>
                        <a:lumOff val="80000"/>
                      </a:schemeClr>
                    </a:solidFill>
                  </a:tcPr>
                </a:tc>
                <a:tc>
                  <a:txBody>
                    <a:bodyPr/>
                    <a:lstStyle/>
                    <a:p>
                      <a:pPr>
                        <a:buNone/>
                      </a:pPr>
                      <a:r>
                        <a:rPr lang="en-IN" sz="1600" dirty="0">
                          <a:latin typeface="Times New Roman" panose="02020603050405020304" pitchFamily="18" charset="0"/>
                          <a:cs typeface="Times New Roman" panose="02020603050405020304" pitchFamily="18" charset="0"/>
                        </a:rPr>
                        <a:t>General project-delay prediction approaches are not specifically integrated into an </a:t>
                      </a:r>
                      <a:r>
                        <a:rPr lang="en-IN" sz="1600" b="1" dirty="0">
                          <a:latin typeface="Times New Roman" panose="02020603050405020304" pitchFamily="18" charset="0"/>
                          <a:cs typeface="Times New Roman" panose="02020603050405020304" pitchFamily="18" charset="0"/>
                        </a:rPr>
                        <a:t>academic project management workflow</a:t>
                      </a:r>
                      <a:r>
                        <a:rPr lang="en-IN" sz="1600" dirty="0">
                          <a:latin typeface="Times New Roman" panose="02020603050405020304" pitchFamily="18" charset="0"/>
                          <a:cs typeface="Times New Roman" panose="02020603050405020304" pitchFamily="18" charset="0"/>
                        </a:rPr>
                        <a:t> with automatic actions after prediction.</a:t>
                      </a:r>
                    </a:p>
                  </a:txBody>
                  <a:tcPr anchor="ctr">
                    <a:solidFill>
                      <a:schemeClr val="accent1">
                        <a:lumMod val="20000"/>
                        <a:lumOff val="80000"/>
                      </a:schemeClr>
                    </a:solidFill>
                  </a:tcPr>
                </a:tc>
                <a:tc>
                  <a:txBody>
                    <a:bodyPr/>
                    <a:lstStyle/>
                    <a:p>
                      <a:pPr>
                        <a:buNone/>
                      </a:pPr>
                      <a:r>
                        <a:rPr lang="en-IN" sz="1600" b="1" dirty="0">
                          <a:latin typeface="Times New Roman" panose="02020603050405020304" pitchFamily="18" charset="0"/>
                          <a:cs typeface="Times New Roman" panose="02020603050405020304" pitchFamily="18" charset="0"/>
                        </a:rPr>
                        <a:t>Adaptive Risk-Based Workflow</a:t>
                      </a:r>
                      <a:r>
                        <a:rPr lang="en-IN" sz="1600" dirty="0">
                          <a:latin typeface="Times New Roman" panose="02020603050405020304" pitchFamily="18" charset="0"/>
                          <a:cs typeface="Times New Roman" panose="02020603050405020304" pitchFamily="18" charset="0"/>
                        </a:rPr>
                        <a:t> – AI-</a:t>
                      </a:r>
                      <a:r>
                        <a:rPr lang="en-IN" sz="1600" dirty="0" err="1">
                          <a:latin typeface="Times New Roman" panose="02020603050405020304" pitchFamily="18" charset="0"/>
                          <a:cs typeface="Times New Roman" panose="02020603050405020304" pitchFamily="18" charset="0"/>
                        </a:rPr>
                        <a:t>AcadPredict</a:t>
                      </a:r>
                      <a:r>
                        <a:rPr lang="en-IN" sz="1600" dirty="0">
                          <a:latin typeface="Times New Roman" panose="02020603050405020304" pitchFamily="18" charset="0"/>
                          <a:cs typeface="Times New Roman" panose="02020603050405020304" pitchFamily="18" charset="0"/>
                        </a:rPr>
                        <a:t> connects the predicted risk with predefined adaptive rules. Depending on the risk level, the system can trigger </a:t>
                      </a:r>
                      <a:r>
                        <a:rPr lang="en-IN" sz="1600" b="1" dirty="0">
                          <a:latin typeface="Times New Roman" panose="02020603050405020304" pitchFamily="18" charset="0"/>
                          <a:cs typeface="Times New Roman" panose="02020603050405020304" pitchFamily="18" charset="0"/>
                        </a:rPr>
                        <a:t>reminders, faculty alerts, and coordinator notifications</a:t>
                      </a:r>
                      <a:r>
                        <a:rPr lang="en-IN" sz="1600" dirty="0">
                          <a:latin typeface="Times New Roman" panose="02020603050405020304" pitchFamily="18" charset="0"/>
                          <a:cs typeface="Times New Roman" panose="02020603050405020304" pitchFamily="18" charset="0"/>
                        </a:rPr>
                        <a:t> for timely intervention.</a:t>
                      </a:r>
                    </a:p>
                  </a:txBody>
                  <a:tcPr anchor="ctr">
                    <a:solidFill>
                      <a:schemeClr val="accent1">
                        <a:lumMod val="20000"/>
                        <a:lumOff val="80000"/>
                      </a:schemeClr>
                    </a:solidFill>
                  </a:tcPr>
                </a:tc>
                <a:extLst>
                  <a:ext uri="{0D108BD9-81ED-4DB2-BD59-A6C34878D82A}">
                    <a16:rowId xmlns:a16="http://schemas.microsoft.com/office/drawing/2014/main" val="4243387076"/>
                  </a:ext>
                </a:extLst>
              </a:tr>
            </a:tbl>
          </a:graphicData>
        </a:graphic>
      </p:graphicFrame>
    </p:spTree>
    <p:extLst>
      <p:ext uri="{BB962C8B-B14F-4D97-AF65-F5344CB8AC3E}">
        <p14:creationId xmlns:p14="http://schemas.microsoft.com/office/powerpoint/2010/main" val="31092975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083525" y="266997"/>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TextBox 2"/>
          <p:cNvSpPr txBox="1"/>
          <p:nvPr/>
        </p:nvSpPr>
        <p:spPr>
          <a:xfrm>
            <a:off x="2857569" y="266997"/>
            <a:ext cx="6871855" cy="523220"/>
          </a:xfrm>
          <a:prstGeom prst="rect">
            <a:avLst/>
          </a:prstGeom>
          <a:noFill/>
        </p:spPr>
        <p:txBody>
          <a:bodyPr wrap="square" rtlCol="0">
            <a:spAutoFit/>
          </a:bodyPr>
          <a:lstStyle/>
          <a:p>
            <a:pPr algn="ctr"/>
            <a:r>
              <a:rPr lang="en-US" sz="2800" b="1"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Hardware and Software requirements</a:t>
            </a:r>
            <a:endParaRPr lang="en-US" sz="2800" b="1" dirty="0">
              <a:solidFill>
                <a:schemeClr val="bg1"/>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9B1E89E8-151A-A092-ED3A-391C0277C8FD}"/>
              </a:ext>
            </a:extLst>
          </p:cNvPr>
          <p:cNvGraphicFramePr>
            <a:graphicFrameLocks noGrp="1"/>
          </p:cNvGraphicFramePr>
          <p:nvPr>
            <p:extLst>
              <p:ext uri="{D42A27DB-BD31-4B8C-83A1-F6EECF244321}">
                <p14:modId xmlns:p14="http://schemas.microsoft.com/office/powerpoint/2010/main" val="2643664940"/>
              </p:ext>
            </p:extLst>
          </p:nvPr>
        </p:nvGraphicFramePr>
        <p:xfrm>
          <a:off x="1772816" y="1063690"/>
          <a:ext cx="9041364" cy="5491905"/>
        </p:xfrm>
        <a:graphic>
          <a:graphicData uri="http://schemas.openxmlformats.org/drawingml/2006/table">
            <a:tbl>
              <a:tblPr>
                <a:tableStyleId>{22838BEF-8BB2-4498-84A7-C5851F593DF1}</a:tableStyleId>
              </a:tblPr>
              <a:tblGrid>
                <a:gridCol w="4520682">
                  <a:extLst>
                    <a:ext uri="{9D8B030D-6E8A-4147-A177-3AD203B41FA5}">
                      <a16:colId xmlns:a16="http://schemas.microsoft.com/office/drawing/2014/main" val="264878913"/>
                    </a:ext>
                  </a:extLst>
                </a:gridCol>
                <a:gridCol w="4520682">
                  <a:extLst>
                    <a:ext uri="{9D8B030D-6E8A-4147-A177-3AD203B41FA5}">
                      <a16:colId xmlns:a16="http://schemas.microsoft.com/office/drawing/2014/main" val="4102778849"/>
                    </a:ext>
                  </a:extLst>
                </a:gridCol>
              </a:tblGrid>
              <a:tr h="366127">
                <a:tc>
                  <a:txBody>
                    <a:bodyPr/>
                    <a:lstStyle/>
                    <a:p>
                      <a:pPr>
                        <a:buNone/>
                      </a:pPr>
                      <a:r>
                        <a:rPr lang="en-IN" sz="1800" b="1" dirty="0">
                          <a:latin typeface="Times New Roman" panose="02020603050405020304" pitchFamily="18" charset="0"/>
                          <a:cs typeface="Times New Roman" panose="02020603050405020304" pitchFamily="18" charset="0"/>
                        </a:rPr>
                        <a:t>Category</a:t>
                      </a:r>
                    </a:p>
                  </a:txBody>
                  <a:tcPr marL="72522" marR="72522" marT="36261" marB="36261" anchor="ctr">
                    <a:solidFill>
                      <a:srgbClr val="FFFF00"/>
                    </a:solidFill>
                  </a:tcPr>
                </a:tc>
                <a:tc>
                  <a:txBody>
                    <a:bodyPr/>
                    <a:lstStyle/>
                    <a:p>
                      <a:pPr>
                        <a:buNone/>
                      </a:pPr>
                      <a:r>
                        <a:rPr lang="en-IN" sz="1800" b="1" dirty="0">
                          <a:latin typeface="Times New Roman" panose="02020603050405020304" pitchFamily="18" charset="0"/>
                          <a:cs typeface="Times New Roman" panose="02020603050405020304" pitchFamily="18" charset="0"/>
                        </a:rPr>
                        <a:t>Technology</a:t>
                      </a:r>
                    </a:p>
                  </a:txBody>
                  <a:tcPr marL="72522" marR="72522" marT="36261" marB="36261" anchor="ctr">
                    <a:solidFill>
                      <a:srgbClr val="FFFF00"/>
                    </a:solidFill>
                  </a:tcPr>
                </a:tc>
                <a:extLst>
                  <a:ext uri="{0D108BD9-81ED-4DB2-BD59-A6C34878D82A}">
                    <a16:rowId xmlns:a16="http://schemas.microsoft.com/office/drawing/2014/main" val="4123114905"/>
                  </a:ext>
                </a:extLst>
              </a:tr>
              <a:tr h="366127">
                <a:tc>
                  <a:txBody>
                    <a:bodyPr/>
                    <a:lstStyle/>
                    <a:p>
                      <a:pPr>
                        <a:buNone/>
                      </a:pPr>
                      <a:r>
                        <a:rPr lang="en-IN" sz="1800" b="1" dirty="0">
                          <a:latin typeface="Times New Roman" panose="02020603050405020304" pitchFamily="18" charset="0"/>
                          <a:cs typeface="Times New Roman" panose="02020603050405020304" pitchFamily="18" charset="0"/>
                        </a:rPr>
                        <a:t>Frontend</a:t>
                      </a:r>
                    </a:p>
                  </a:txBody>
                  <a:tcPr marL="72522" marR="72522" marT="36261" marB="36261" anchor="ctr"/>
                </a:tc>
                <a:tc>
                  <a:txBody>
                    <a:bodyPr/>
                    <a:lstStyle/>
                    <a:p>
                      <a:pPr>
                        <a:buNone/>
                      </a:pPr>
                      <a:r>
                        <a:rPr lang="en-IN" sz="1800">
                          <a:latin typeface="Times New Roman" panose="02020603050405020304" pitchFamily="18" charset="0"/>
                          <a:cs typeface="Times New Roman" panose="02020603050405020304" pitchFamily="18" charset="0"/>
                        </a:rPr>
                        <a:t>React.js</a:t>
                      </a:r>
                    </a:p>
                  </a:txBody>
                  <a:tcPr marL="72522" marR="72522" marT="36261" marB="36261" anchor="ctr"/>
                </a:tc>
                <a:extLst>
                  <a:ext uri="{0D108BD9-81ED-4DB2-BD59-A6C34878D82A}">
                    <a16:rowId xmlns:a16="http://schemas.microsoft.com/office/drawing/2014/main" val="2717512312"/>
                  </a:ext>
                </a:extLst>
              </a:tr>
              <a:tr h="366127">
                <a:tc>
                  <a:txBody>
                    <a:bodyPr/>
                    <a:lstStyle/>
                    <a:p>
                      <a:pPr>
                        <a:buNone/>
                      </a:pPr>
                      <a:r>
                        <a:rPr lang="en-IN" sz="1800" b="1" dirty="0">
                          <a:latin typeface="Times New Roman" panose="02020603050405020304" pitchFamily="18" charset="0"/>
                          <a:cs typeface="Times New Roman" panose="02020603050405020304" pitchFamily="18" charset="0"/>
                        </a:rPr>
                        <a:t>Backend</a:t>
                      </a:r>
                    </a:p>
                  </a:txBody>
                  <a:tcPr marL="72522" marR="72522" marT="36261" marB="36261" anchor="ctr"/>
                </a:tc>
                <a:tc>
                  <a:txBody>
                    <a:bodyPr/>
                    <a:lstStyle/>
                    <a:p>
                      <a:pPr>
                        <a:buNone/>
                      </a:pPr>
                      <a:r>
                        <a:rPr lang="en-IN" sz="1800" dirty="0">
                          <a:latin typeface="Times New Roman" panose="02020603050405020304" pitchFamily="18" charset="0"/>
                          <a:cs typeface="Times New Roman" panose="02020603050405020304" pitchFamily="18" charset="0"/>
                        </a:rPr>
                        <a:t>Java + Spring Boot</a:t>
                      </a:r>
                    </a:p>
                  </a:txBody>
                  <a:tcPr marL="72522" marR="72522" marT="36261" marB="36261" anchor="ctr"/>
                </a:tc>
                <a:extLst>
                  <a:ext uri="{0D108BD9-81ED-4DB2-BD59-A6C34878D82A}">
                    <a16:rowId xmlns:a16="http://schemas.microsoft.com/office/drawing/2014/main" val="2487154378"/>
                  </a:ext>
                </a:extLst>
              </a:tr>
              <a:tr h="366127">
                <a:tc>
                  <a:txBody>
                    <a:bodyPr/>
                    <a:lstStyle/>
                    <a:p>
                      <a:pPr>
                        <a:buNone/>
                      </a:pPr>
                      <a:r>
                        <a:rPr lang="en-IN" sz="1800" b="1" dirty="0">
                          <a:latin typeface="Times New Roman" panose="02020603050405020304" pitchFamily="18" charset="0"/>
                          <a:cs typeface="Times New Roman" panose="02020603050405020304" pitchFamily="18" charset="0"/>
                        </a:rPr>
                        <a:t>Database</a:t>
                      </a:r>
                    </a:p>
                  </a:txBody>
                  <a:tcPr marL="72522" marR="72522" marT="36261" marB="36261" anchor="ctr"/>
                </a:tc>
                <a:tc>
                  <a:txBody>
                    <a:bodyPr/>
                    <a:lstStyle/>
                    <a:p>
                      <a:pPr>
                        <a:buNone/>
                      </a:pPr>
                      <a:r>
                        <a:rPr lang="en-IN" sz="1800" dirty="0">
                          <a:latin typeface="Times New Roman" panose="02020603050405020304" pitchFamily="18" charset="0"/>
                          <a:cs typeface="Times New Roman" panose="02020603050405020304" pitchFamily="18" charset="0"/>
                        </a:rPr>
                        <a:t>MySQL</a:t>
                      </a:r>
                    </a:p>
                  </a:txBody>
                  <a:tcPr marL="72522" marR="72522" marT="36261" marB="36261" anchor="ctr"/>
                </a:tc>
                <a:extLst>
                  <a:ext uri="{0D108BD9-81ED-4DB2-BD59-A6C34878D82A}">
                    <a16:rowId xmlns:a16="http://schemas.microsoft.com/office/drawing/2014/main" val="3097071755"/>
                  </a:ext>
                </a:extLst>
              </a:tr>
              <a:tr h="366127">
                <a:tc>
                  <a:txBody>
                    <a:bodyPr/>
                    <a:lstStyle/>
                    <a:p>
                      <a:pPr>
                        <a:buNone/>
                      </a:pPr>
                      <a:r>
                        <a:rPr lang="en-IN" sz="1800" b="1" dirty="0">
                          <a:latin typeface="Times New Roman" panose="02020603050405020304" pitchFamily="18" charset="0"/>
                          <a:cs typeface="Times New Roman" panose="02020603050405020304" pitchFamily="18" charset="0"/>
                        </a:rPr>
                        <a:t>Authentication</a:t>
                      </a:r>
                    </a:p>
                  </a:txBody>
                  <a:tcPr marL="72522" marR="72522" marT="36261" marB="36261" anchor="ctr"/>
                </a:tc>
                <a:tc>
                  <a:txBody>
                    <a:bodyPr/>
                    <a:lstStyle/>
                    <a:p>
                      <a:pPr>
                        <a:buNone/>
                      </a:pPr>
                      <a:r>
                        <a:rPr lang="en-IN" sz="1800" dirty="0">
                          <a:latin typeface="Times New Roman" panose="02020603050405020304" pitchFamily="18" charset="0"/>
                          <a:cs typeface="Times New Roman" panose="02020603050405020304" pitchFamily="18" charset="0"/>
                        </a:rPr>
                        <a:t>Spring Security + JWT</a:t>
                      </a:r>
                    </a:p>
                  </a:txBody>
                  <a:tcPr marL="72522" marR="72522" marT="36261" marB="36261" anchor="ctr"/>
                </a:tc>
                <a:extLst>
                  <a:ext uri="{0D108BD9-81ED-4DB2-BD59-A6C34878D82A}">
                    <a16:rowId xmlns:a16="http://schemas.microsoft.com/office/drawing/2014/main" val="2265054291"/>
                  </a:ext>
                </a:extLst>
              </a:tr>
              <a:tr h="366127">
                <a:tc>
                  <a:txBody>
                    <a:bodyPr/>
                    <a:lstStyle/>
                    <a:p>
                      <a:pPr>
                        <a:buNone/>
                      </a:pPr>
                      <a:r>
                        <a:rPr lang="en-IN" sz="1800" b="1" dirty="0">
                          <a:latin typeface="Times New Roman" panose="02020603050405020304" pitchFamily="18" charset="0"/>
                          <a:cs typeface="Times New Roman" panose="02020603050405020304" pitchFamily="18" charset="0"/>
                        </a:rPr>
                        <a:t>AI/ML</a:t>
                      </a:r>
                    </a:p>
                  </a:txBody>
                  <a:tcPr marL="72522" marR="72522" marT="36261" marB="36261" anchor="ctr"/>
                </a:tc>
                <a:tc>
                  <a:txBody>
                    <a:bodyPr/>
                    <a:lstStyle/>
                    <a:p>
                      <a:pPr>
                        <a:buNone/>
                      </a:pPr>
                      <a:r>
                        <a:rPr lang="en-IN" sz="1800">
                          <a:latin typeface="Times New Roman" panose="02020603050405020304" pitchFamily="18" charset="0"/>
                          <a:cs typeface="Times New Roman" panose="02020603050405020304" pitchFamily="18" charset="0"/>
                        </a:rPr>
                        <a:t>Python</a:t>
                      </a:r>
                    </a:p>
                  </a:txBody>
                  <a:tcPr marL="72522" marR="72522" marT="36261" marB="36261" anchor="ctr"/>
                </a:tc>
                <a:extLst>
                  <a:ext uri="{0D108BD9-81ED-4DB2-BD59-A6C34878D82A}">
                    <a16:rowId xmlns:a16="http://schemas.microsoft.com/office/drawing/2014/main" val="2620733945"/>
                  </a:ext>
                </a:extLst>
              </a:tr>
              <a:tr h="366127">
                <a:tc>
                  <a:txBody>
                    <a:bodyPr/>
                    <a:lstStyle/>
                    <a:p>
                      <a:pPr>
                        <a:buNone/>
                      </a:pPr>
                      <a:r>
                        <a:rPr lang="en-IN" sz="1800" b="1">
                          <a:latin typeface="Times New Roman" panose="02020603050405020304" pitchFamily="18" charset="0"/>
                          <a:cs typeface="Times New Roman" panose="02020603050405020304" pitchFamily="18" charset="0"/>
                        </a:rPr>
                        <a:t>ML Library</a:t>
                      </a:r>
                    </a:p>
                  </a:txBody>
                  <a:tcPr marL="72522" marR="72522" marT="36261" marB="36261" anchor="ctr"/>
                </a:tc>
                <a:tc>
                  <a:txBody>
                    <a:bodyPr/>
                    <a:lstStyle/>
                    <a:p>
                      <a:pPr>
                        <a:buNone/>
                      </a:pPr>
                      <a:r>
                        <a:rPr lang="en-IN" sz="1800" dirty="0">
                          <a:latin typeface="Times New Roman" panose="02020603050405020304" pitchFamily="18" charset="0"/>
                          <a:cs typeface="Times New Roman" panose="02020603050405020304" pitchFamily="18" charset="0"/>
                        </a:rPr>
                        <a:t>Scikit-learn</a:t>
                      </a:r>
                    </a:p>
                  </a:txBody>
                  <a:tcPr marL="72522" marR="72522" marT="36261" marB="36261" anchor="ctr"/>
                </a:tc>
                <a:extLst>
                  <a:ext uri="{0D108BD9-81ED-4DB2-BD59-A6C34878D82A}">
                    <a16:rowId xmlns:a16="http://schemas.microsoft.com/office/drawing/2014/main" val="1563979225"/>
                  </a:ext>
                </a:extLst>
              </a:tr>
              <a:tr h="366127">
                <a:tc>
                  <a:txBody>
                    <a:bodyPr/>
                    <a:lstStyle/>
                    <a:p>
                      <a:pPr>
                        <a:buNone/>
                      </a:pPr>
                      <a:r>
                        <a:rPr lang="en-IN" sz="1800" b="1" dirty="0">
                          <a:latin typeface="Times New Roman" panose="02020603050405020304" pitchFamily="18" charset="0"/>
                          <a:cs typeface="Times New Roman" panose="02020603050405020304" pitchFamily="18" charset="0"/>
                        </a:rPr>
                        <a:t>ML Algorithm</a:t>
                      </a:r>
                    </a:p>
                  </a:txBody>
                  <a:tcPr marL="72522" marR="72522" marT="36261" marB="36261" anchor="ctr"/>
                </a:tc>
                <a:tc>
                  <a:txBody>
                    <a:bodyPr/>
                    <a:lstStyle/>
                    <a:p>
                      <a:pPr>
                        <a:buNone/>
                      </a:pPr>
                      <a:r>
                        <a:rPr lang="en-IN" sz="1800" dirty="0">
                          <a:latin typeface="Times New Roman" panose="02020603050405020304" pitchFamily="18" charset="0"/>
                          <a:cs typeface="Times New Roman" panose="02020603050405020304" pitchFamily="18" charset="0"/>
                        </a:rPr>
                        <a:t>Random Forest</a:t>
                      </a:r>
                    </a:p>
                  </a:txBody>
                  <a:tcPr marL="72522" marR="72522" marT="36261" marB="36261" anchor="ctr"/>
                </a:tc>
                <a:extLst>
                  <a:ext uri="{0D108BD9-81ED-4DB2-BD59-A6C34878D82A}">
                    <a16:rowId xmlns:a16="http://schemas.microsoft.com/office/drawing/2014/main" val="1020795752"/>
                  </a:ext>
                </a:extLst>
              </a:tr>
              <a:tr h="366127">
                <a:tc>
                  <a:txBody>
                    <a:bodyPr/>
                    <a:lstStyle/>
                    <a:p>
                      <a:pPr>
                        <a:buNone/>
                      </a:pPr>
                      <a:r>
                        <a:rPr lang="en-IN" sz="1800" b="1">
                          <a:latin typeface="Times New Roman" panose="02020603050405020304" pitchFamily="18" charset="0"/>
                          <a:cs typeface="Times New Roman" panose="02020603050405020304" pitchFamily="18" charset="0"/>
                        </a:rPr>
                        <a:t>AI API</a:t>
                      </a:r>
                    </a:p>
                  </a:txBody>
                  <a:tcPr marL="72522" marR="72522" marT="36261" marB="36261" anchor="ctr"/>
                </a:tc>
                <a:tc>
                  <a:txBody>
                    <a:bodyPr/>
                    <a:lstStyle/>
                    <a:p>
                      <a:pPr>
                        <a:buNone/>
                      </a:pPr>
                      <a:r>
                        <a:rPr lang="en-IN" sz="1800">
                          <a:latin typeface="Times New Roman" panose="02020603050405020304" pitchFamily="18" charset="0"/>
                          <a:cs typeface="Times New Roman" panose="02020603050405020304" pitchFamily="18" charset="0"/>
                        </a:rPr>
                        <a:t>FastAPI</a:t>
                      </a:r>
                    </a:p>
                  </a:txBody>
                  <a:tcPr marL="72522" marR="72522" marT="36261" marB="36261" anchor="ctr"/>
                </a:tc>
                <a:extLst>
                  <a:ext uri="{0D108BD9-81ED-4DB2-BD59-A6C34878D82A}">
                    <a16:rowId xmlns:a16="http://schemas.microsoft.com/office/drawing/2014/main" val="2846901585"/>
                  </a:ext>
                </a:extLst>
              </a:tr>
              <a:tr h="366127">
                <a:tc>
                  <a:txBody>
                    <a:bodyPr/>
                    <a:lstStyle/>
                    <a:p>
                      <a:pPr>
                        <a:buNone/>
                      </a:pPr>
                      <a:r>
                        <a:rPr lang="en-IN" sz="1800" b="1" dirty="0">
                          <a:latin typeface="Times New Roman" panose="02020603050405020304" pitchFamily="18" charset="0"/>
                          <a:cs typeface="Times New Roman" panose="02020603050405020304" pitchFamily="18" charset="0"/>
                        </a:rPr>
                        <a:t>Model Storage</a:t>
                      </a:r>
                    </a:p>
                  </a:txBody>
                  <a:tcPr marL="72522" marR="72522" marT="36261" marB="36261" anchor="ctr"/>
                </a:tc>
                <a:tc>
                  <a:txBody>
                    <a:bodyPr/>
                    <a:lstStyle/>
                    <a:p>
                      <a:pPr>
                        <a:buNone/>
                      </a:pPr>
                      <a:r>
                        <a:rPr lang="en-IN" sz="1800" dirty="0" err="1">
                          <a:latin typeface="Times New Roman" panose="02020603050405020304" pitchFamily="18" charset="0"/>
                          <a:cs typeface="Times New Roman" panose="02020603050405020304" pitchFamily="18" charset="0"/>
                        </a:rPr>
                        <a:t>Joblib</a:t>
                      </a:r>
                      <a:endParaRPr lang="en-IN" sz="1800" dirty="0">
                        <a:latin typeface="Times New Roman" panose="02020603050405020304" pitchFamily="18" charset="0"/>
                        <a:cs typeface="Times New Roman" panose="02020603050405020304" pitchFamily="18" charset="0"/>
                      </a:endParaRPr>
                    </a:p>
                  </a:txBody>
                  <a:tcPr marL="72522" marR="72522" marT="36261" marB="36261" anchor="ctr"/>
                </a:tc>
                <a:extLst>
                  <a:ext uri="{0D108BD9-81ED-4DB2-BD59-A6C34878D82A}">
                    <a16:rowId xmlns:a16="http://schemas.microsoft.com/office/drawing/2014/main" val="1470812685"/>
                  </a:ext>
                </a:extLst>
              </a:tr>
              <a:tr h="366127">
                <a:tc>
                  <a:txBody>
                    <a:bodyPr/>
                    <a:lstStyle/>
                    <a:p>
                      <a:pPr>
                        <a:buNone/>
                      </a:pPr>
                      <a:r>
                        <a:rPr lang="en-IN" sz="1800" b="1">
                          <a:latin typeface="Times New Roman" panose="02020603050405020304" pitchFamily="18" charset="0"/>
                          <a:cs typeface="Times New Roman" panose="02020603050405020304" pitchFamily="18" charset="0"/>
                        </a:rPr>
                        <a:t>Version Control</a:t>
                      </a:r>
                    </a:p>
                  </a:txBody>
                  <a:tcPr marL="72522" marR="72522" marT="36261" marB="36261" anchor="ctr"/>
                </a:tc>
                <a:tc>
                  <a:txBody>
                    <a:bodyPr/>
                    <a:lstStyle/>
                    <a:p>
                      <a:pPr>
                        <a:buNone/>
                      </a:pPr>
                      <a:r>
                        <a:rPr lang="en-IN" sz="1800" dirty="0">
                          <a:latin typeface="Times New Roman" panose="02020603050405020304" pitchFamily="18" charset="0"/>
                          <a:cs typeface="Times New Roman" panose="02020603050405020304" pitchFamily="18" charset="0"/>
                        </a:rPr>
                        <a:t>Git + GitHub</a:t>
                      </a:r>
                    </a:p>
                  </a:txBody>
                  <a:tcPr marL="72522" marR="72522" marT="36261" marB="36261" anchor="ctr"/>
                </a:tc>
                <a:extLst>
                  <a:ext uri="{0D108BD9-81ED-4DB2-BD59-A6C34878D82A}">
                    <a16:rowId xmlns:a16="http://schemas.microsoft.com/office/drawing/2014/main" val="551762920"/>
                  </a:ext>
                </a:extLst>
              </a:tr>
              <a:tr h="366127">
                <a:tc>
                  <a:txBody>
                    <a:bodyPr/>
                    <a:lstStyle/>
                    <a:p>
                      <a:pPr>
                        <a:buNone/>
                      </a:pPr>
                      <a:r>
                        <a:rPr lang="en-IN" sz="1800" b="1" dirty="0">
                          <a:latin typeface="Times New Roman" panose="02020603050405020304" pitchFamily="18" charset="0"/>
                          <a:cs typeface="Times New Roman" panose="02020603050405020304" pitchFamily="18" charset="0"/>
                        </a:rPr>
                        <a:t>Build Tool</a:t>
                      </a:r>
                    </a:p>
                  </a:txBody>
                  <a:tcPr marL="72522" marR="72522" marT="36261" marB="36261" anchor="ctr"/>
                </a:tc>
                <a:tc>
                  <a:txBody>
                    <a:bodyPr/>
                    <a:lstStyle/>
                    <a:p>
                      <a:pPr>
                        <a:buNone/>
                      </a:pPr>
                      <a:r>
                        <a:rPr lang="en-IN" sz="1800" dirty="0">
                          <a:latin typeface="Times New Roman" panose="02020603050405020304" pitchFamily="18" charset="0"/>
                          <a:cs typeface="Times New Roman" panose="02020603050405020304" pitchFamily="18" charset="0"/>
                        </a:rPr>
                        <a:t>Maven</a:t>
                      </a:r>
                    </a:p>
                  </a:txBody>
                  <a:tcPr marL="72522" marR="72522" marT="36261" marB="36261" anchor="ctr"/>
                </a:tc>
                <a:extLst>
                  <a:ext uri="{0D108BD9-81ED-4DB2-BD59-A6C34878D82A}">
                    <a16:rowId xmlns:a16="http://schemas.microsoft.com/office/drawing/2014/main" val="2697943920"/>
                  </a:ext>
                </a:extLst>
              </a:tr>
              <a:tr h="366127">
                <a:tc>
                  <a:txBody>
                    <a:bodyPr/>
                    <a:lstStyle/>
                    <a:p>
                      <a:pPr>
                        <a:buNone/>
                      </a:pPr>
                      <a:r>
                        <a:rPr lang="en-IN" sz="1800" b="1" dirty="0">
                          <a:latin typeface="Times New Roman" panose="02020603050405020304" pitchFamily="18" charset="0"/>
                          <a:cs typeface="Times New Roman" panose="02020603050405020304" pitchFamily="18" charset="0"/>
                        </a:rPr>
                        <a:t>API Testing</a:t>
                      </a:r>
                    </a:p>
                  </a:txBody>
                  <a:tcPr marL="72522" marR="72522" marT="36261" marB="36261" anchor="ctr"/>
                </a:tc>
                <a:tc>
                  <a:txBody>
                    <a:bodyPr/>
                    <a:lstStyle/>
                    <a:p>
                      <a:pPr>
                        <a:buNone/>
                      </a:pPr>
                      <a:r>
                        <a:rPr lang="en-IN" sz="1800" dirty="0">
                          <a:latin typeface="Times New Roman" panose="02020603050405020304" pitchFamily="18" charset="0"/>
                          <a:cs typeface="Times New Roman" panose="02020603050405020304" pitchFamily="18" charset="0"/>
                        </a:rPr>
                        <a:t>Postman</a:t>
                      </a:r>
                    </a:p>
                  </a:txBody>
                  <a:tcPr marL="72522" marR="72522" marT="36261" marB="36261" anchor="ctr"/>
                </a:tc>
                <a:extLst>
                  <a:ext uri="{0D108BD9-81ED-4DB2-BD59-A6C34878D82A}">
                    <a16:rowId xmlns:a16="http://schemas.microsoft.com/office/drawing/2014/main" val="236323577"/>
                  </a:ext>
                </a:extLst>
              </a:tr>
              <a:tr h="366127">
                <a:tc>
                  <a:txBody>
                    <a:bodyPr/>
                    <a:lstStyle/>
                    <a:p>
                      <a:pPr>
                        <a:buNone/>
                      </a:pPr>
                      <a:r>
                        <a:rPr lang="en-IN" sz="1800" b="1" dirty="0">
                          <a:latin typeface="Times New Roman" panose="02020603050405020304" pitchFamily="18" charset="0"/>
                          <a:cs typeface="Times New Roman" panose="02020603050405020304" pitchFamily="18" charset="0"/>
                        </a:rPr>
                        <a:t>Agile Tool</a:t>
                      </a:r>
                    </a:p>
                  </a:txBody>
                  <a:tcPr marL="72522" marR="72522" marT="36261" marB="36261" anchor="ctr"/>
                </a:tc>
                <a:tc>
                  <a:txBody>
                    <a:bodyPr/>
                    <a:lstStyle/>
                    <a:p>
                      <a:pPr>
                        <a:buNone/>
                      </a:pPr>
                      <a:r>
                        <a:rPr lang="en-IN" sz="1800" dirty="0">
                          <a:latin typeface="Times New Roman" panose="02020603050405020304" pitchFamily="18" charset="0"/>
                          <a:cs typeface="Times New Roman" panose="02020603050405020304" pitchFamily="18" charset="0"/>
                        </a:rPr>
                        <a:t>Jira</a:t>
                      </a:r>
                    </a:p>
                  </a:txBody>
                  <a:tcPr marL="72522" marR="72522" marT="36261" marB="36261" anchor="ctr"/>
                </a:tc>
                <a:extLst>
                  <a:ext uri="{0D108BD9-81ED-4DB2-BD59-A6C34878D82A}">
                    <a16:rowId xmlns:a16="http://schemas.microsoft.com/office/drawing/2014/main" val="4045765217"/>
                  </a:ext>
                </a:extLst>
              </a:tr>
              <a:tr h="366127">
                <a:tc>
                  <a:txBody>
                    <a:bodyPr/>
                    <a:lstStyle/>
                    <a:p>
                      <a:pPr>
                        <a:buNone/>
                      </a:pPr>
                      <a:r>
                        <a:rPr lang="en-IN" sz="1800" b="1" dirty="0">
                          <a:latin typeface="Times New Roman" panose="02020603050405020304" pitchFamily="18" charset="0"/>
                          <a:cs typeface="Times New Roman" panose="02020603050405020304" pitchFamily="18" charset="0"/>
                        </a:rPr>
                        <a:t>Containerization</a:t>
                      </a:r>
                    </a:p>
                  </a:txBody>
                  <a:tcPr marL="72522" marR="72522" marT="36261" marB="36261" anchor="ctr"/>
                </a:tc>
                <a:tc>
                  <a:txBody>
                    <a:bodyPr/>
                    <a:lstStyle/>
                    <a:p>
                      <a:pPr>
                        <a:buNone/>
                      </a:pPr>
                      <a:r>
                        <a:rPr lang="en-IN" sz="1800" dirty="0">
                          <a:latin typeface="Times New Roman" panose="02020603050405020304" pitchFamily="18" charset="0"/>
                          <a:cs typeface="Times New Roman" panose="02020603050405020304" pitchFamily="18" charset="0"/>
                        </a:rPr>
                        <a:t>Docker</a:t>
                      </a:r>
                    </a:p>
                  </a:txBody>
                  <a:tcPr marL="72522" marR="72522" marT="36261" marB="36261" anchor="ctr"/>
                </a:tc>
                <a:extLst>
                  <a:ext uri="{0D108BD9-81ED-4DB2-BD59-A6C34878D82A}">
                    <a16:rowId xmlns:a16="http://schemas.microsoft.com/office/drawing/2014/main" val="4128401614"/>
                  </a:ext>
                </a:extLst>
              </a:tr>
            </a:tbl>
          </a:graphicData>
        </a:graphic>
      </p:graphicFrame>
    </p:spTree>
    <p:extLst>
      <p:ext uri="{BB962C8B-B14F-4D97-AF65-F5344CB8AC3E}">
        <p14:creationId xmlns:p14="http://schemas.microsoft.com/office/powerpoint/2010/main" val="2292750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207140-9AED-2E43-E3F2-5552873F88B6}"/>
              </a:ext>
            </a:extLst>
          </p:cNvPr>
          <p:cNvPicPr>
            <a:picLocks noChangeAspect="1"/>
          </p:cNvPicPr>
          <p:nvPr/>
        </p:nvPicPr>
        <p:blipFill>
          <a:blip r:embed="rId2"/>
          <a:stretch>
            <a:fillRect/>
          </a:stretch>
        </p:blipFill>
        <p:spPr>
          <a:xfrm>
            <a:off x="3032449" y="806448"/>
            <a:ext cx="5645020" cy="5889885"/>
          </a:xfrm>
          <a:prstGeom prst="rect">
            <a:avLst/>
          </a:prstGeom>
        </p:spPr>
      </p:pic>
      <p:sp>
        <p:nvSpPr>
          <p:cNvPr id="8" name="Rectangle: Rounded Corners 7">
            <a:extLst>
              <a:ext uri="{FF2B5EF4-FFF2-40B4-BE49-F238E27FC236}">
                <a16:creationId xmlns:a16="http://schemas.microsoft.com/office/drawing/2014/main" id="{A0BA80A8-6C41-A30E-EF3D-1A1C787EA120}"/>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5998F02-8023-421E-698F-FD8D34952854}"/>
              </a:ext>
            </a:extLst>
          </p:cNvPr>
          <p:cNvSpPr txBox="1"/>
          <p:nvPr/>
        </p:nvSpPr>
        <p:spPr>
          <a:xfrm>
            <a:off x="2585427" y="187903"/>
            <a:ext cx="6871855" cy="584775"/>
          </a:xfrm>
          <a:prstGeom prst="rect">
            <a:avLst/>
          </a:prstGeom>
          <a:noFill/>
        </p:spPr>
        <p:txBody>
          <a:bodyPr wrap="square" rtlCol="0">
            <a:spAutoFit/>
          </a:bodyPr>
          <a:lstStyle/>
          <a:p>
            <a:pPr algn="ctr"/>
            <a:r>
              <a:rPr lang="en-IN" sz="3200" b="1" dirty="0">
                <a:solidFill>
                  <a:schemeClr val="bg1"/>
                </a:solidFill>
                <a:latin typeface="Times New Roman" panose="02020603050405020304" pitchFamily="18" charset="0"/>
                <a:cs typeface="Times New Roman" panose="02020603050405020304" pitchFamily="18" charset="0"/>
              </a:rPr>
              <a:t>System Workflow</a:t>
            </a:r>
            <a:endParaRPr lang="en-US" sz="32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1054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IN" sz="3200" b="1" dirty="0">
                <a:solidFill>
                  <a:schemeClr val="bg1"/>
                </a:solidFill>
                <a:latin typeface="Times New Roman" panose="02020603050405020304" pitchFamily="18" charset="0"/>
                <a:cs typeface="Times New Roman" panose="02020603050405020304" pitchFamily="18" charset="0"/>
              </a:rPr>
              <a:t>Flow Chart</a:t>
            </a:r>
            <a:endParaRPr lang="en-US" sz="3200" b="1" dirty="0">
              <a:solidFill>
                <a:schemeClr val="bg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F5ABA73-318F-3AC0-E002-B0448DB864EC}"/>
              </a:ext>
            </a:extLst>
          </p:cNvPr>
          <p:cNvPicPr>
            <a:picLocks noChangeAspect="1"/>
          </p:cNvPicPr>
          <p:nvPr/>
        </p:nvPicPr>
        <p:blipFill>
          <a:blip r:embed="rId2"/>
          <a:stretch>
            <a:fillRect/>
          </a:stretch>
        </p:blipFill>
        <p:spPr>
          <a:xfrm>
            <a:off x="1721885" y="960534"/>
            <a:ext cx="8748227" cy="583215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37C7B-04EF-2E87-B638-EF57919A659D}"/>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2B31E9B-070B-8502-5D02-55B040815C8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2875662-99CF-DCE5-F50C-3190E321286B}"/>
              </a:ext>
            </a:extLst>
          </p:cNvPr>
          <p:cNvSpPr txBox="1"/>
          <p:nvPr/>
        </p:nvSpPr>
        <p:spPr>
          <a:xfrm>
            <a:off x="2660072" y="187903"/>
            <a:ext cx="6871855" cy="584775"/>
          </a:xfrm>
          <a:prstGeom prst="rect">
            <a:avLst/>
          </a:prstGeom>
          <a:noFill/>
        </p:spPr>
        <p:txBody>
          <a:bodyPr wrap="square" rtlCol="0">
            <a:spAutoFit/>
          </a:bodyPr>
          <a:lstStyle/>
          <a:p>
            <a:pPr algn="ctr"/>
            <a:r>
              <a:rPr lang="en-IN" sz="3200" b="1" dirty="0">
                <a:solidFill>
                  <a:schemeClr val="bg1"/>
                </a:solidFill>
                <a:latin typeface="Times New Roman" panose="02020603050405020304" pitchFamily="18" charset="0"/>
                <a:cs typeface="Times New Roman" panose="02020603050405020304" pitchFamily="18" charset="0"/>
              </a:rPr>
              <a:t>AI Integration</a:t>
            </a:r>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A045339-7FDE-57F0-0022-E77CE35052E0}"/>
              </a:ext>
            </a:extLst>
          </p:cNvPr>
          <p:cNvSpPr txBox="1"/>
          <p:nvPr/>
        </p:nvSpPr>
        <p:spPr>
          <a:xfrm>
            <a:off x="7965456" y="806448"/>
            <a:ext cx="4421862" cy="6247864"/>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Machine Learning Objective</a:t>
            </a:r>
          </a:p>
          <a:p>
            <a:r>
              <a:rPr lang="en-IN" sz="2000" b="1" dirty="0">
                <a:latin typeface="Times New Roman" panose="02020603050405020304" pitchFamily="18" charset="0"/>
                <a:cs typeface="Times New Roman" panose="02020603050405020304" pitchFamily="18" charset="0"/>
              </a:rPr>
              <a:t>Predict the risk of academic project delay.</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Input — X</a:t>
            </a:r>
          </a:p>
          <a:p>
            <a:r>
              <a:rPr lang="en-IN" sz="2000" dirty="0">
                <a:latin typeface="Times New Roman" panose="02020603050405020304" pitchFamily="18" charset="0"/>
                <a:cs typeface="Times New Roman" panose="02020603050405020304" pitchFamily="18" charset="0"/>
              </a:rPr>
              <a:t>The model can use project/activity features such as:</a:t>
            </a:r>
          </a:p>
          <a:p>
            <a:pPr lvl="0"/>
            <a:r>
              <a:rPr lang="en-IN" sz="2000" dirty="0">
                <a:latin typeface="Times New Roman" panose="02020603050405020304" pitchFamily="18" charset="0"/>
                <a:cs typeface="Times New Roman" panose="02020603050405020304" pitchFamily="18" charset="0"/>
              </a:rPr>
              <a:t>Attendance Percentage </a:t>
            </a:r>
          </a:p>
          <a:p>
            <a:pPr lvl="0"/>
            <a:r>
              <a:rPr lang="en-IN" sz="2000" dirty="0">
                <a:latin typeface="Times New Roman" panose="02020603050405020304" pitchFamily="18" charset="0"/>
                <a:cs typeface="Times New Roman" panose="02020603050405020304" pitchFamily="18" charset="0"/>
              </a:rPr>
              <a:t>Task Completion Percentage </a:t>
            </a:r>
          </a:p>
          <a:p>
            <a:pPr lvl="0"/>
            <a:r>
              <a:rPr lang="en-IN" sz="2000" dirty="0">
                <a:latin typeface="Times New Roman" panose="02020603050405020304" pitchFamily="18" charset="0"/>
                <a:cs typeface="Times New Roman" panose="02020603050405020304" pitchFamily="18" charset="0"/>
              </a:rPr>
              <a:t>Pending Tasks </a:t>
            </a:r>
          </a:p>
          <a:p>
            <a:pPr lvl="0"/>
            <a:r>
              <a:rPr lang="en-IN" sz="2000" dirty="0">
                <a:latin typeface="Times New Roman" panose="02020603050405020304" pitchFamily="18" charset="0"/>
                <a:cs typeface="Times New Roman" panose="02020603050405020304" pitchFamily="18" charset="0"/>
              </a:rPr>
              <a:t>Missed Deadlines </a:t>
            </a:r>
          </a:p>
          <a:p>
            <a:pPr lvl="0"/>
            <a:r>
              <a:rPr lang="en-IN" sz="2000" dirty="0">
                <a:latin typeface="Times New Roman" panose="02020603050405020304" pitchFamily="18" charset="0"/>
                <a:cs typeface="Times New Roman" panose="02020603050405020304" pitchFamily="18" charset="0"/>
              </a:rPr>
              <a:t>Milestone Completion </a:t>
            </a:r>
          </a:p>
          <a:p>
            <a:pPr lvl="0"/>
            <a:r>
              <a:rPr lang="en-IN" sz="2000" dirty="0">
                <a:latin typeface="Times New Roman" panose="02020603050405020304" pitchFamily="18" charset="0"/>
                <a:cs typeface="Times New Roman" panose="02020603050405020304" pitchFamily="18" charset="0"/>
              </a:rPr>
              <a:t>Study/Activity Hours </a:t>
            </a:r>
          </a:p>
          <a:p>
            <a:pPr lvl="0"/>
            <a:r>
              <a:rPr lang="en-IN" sz="2000" dirty="0">
                <a:latin typeface="Times New Roman" panose="02020603050405020304" pitchFamily="18" charset="0"/>
                <a:cs typeface="Times New Roman" panose="02020603050405020304" pitchFamily="18" charset="0"/>
              </a:rPr>
              <a:t>Previous Academic Performance</a:t>
            </a:r>
          </a:p>
          <a:p>
            <a:pPr lvl="0"/>
            <a:r>
              <a:rPr lang="en-IN" sz="2000" dirty="0">
                <a:latin typeface="Times New Roman" panose="02020603050405020304" pitchFamily="18" charset="0"/>
                <a:cs typeface="Times New Roman" panose="02020603050405020304" pitchFamily="18" charset="0"/>
              </a:rPr>
              <a:t> </a:t>
            </a:r>
          </a:p>
          <a:p>
            <a:r>
              <a:rPr lang="en-IN" sz="2000" b="1" dirty="0">
                <a:latin typeface="Times New Roman" panose="02020603050405020304" pitchFamily="18" charset="0"/>
                <a:cs typeface="Times New Roman" panose="02020603050405020304" pitchFamily="18" charset="0"/>
              </a:rPr>
              <a:t>Output — Y</a:t>
            </a:r>
          </a:p>
          <a:p>
            <a:r>
              <a:rPr lang="en-IN" sz="2000" dirty="0">
                <a:latin typeface="Times New Roman" panose="02020603050405020304" pitchFamily="18" charset="0"/>
                <a:cs typeface="Times New Roman" panose="02020603050405020304" pitchFamily="18" charset="0"/>
              </a:rPr>
              <a:t>Low Risk</a:t>
            </a:r>
          </a:p>
          <a:p>
            <a:r>
              <a:rPr lang="en-IN" sz="2000" dirty="0">
                <a:latin typeface="Times New Roman" panose="02020603050405020304" pitchFamily="18" charset="0"/>
                <a:cs typeface="Times New Roman" panose="02020603050405020304" pitchFamily="18" charset="0"/>
              </a:rPr>
              <a:t>Medium Risk</a:t>
            </a:r>
          </a:p>
          <a:p>
            <a:r>
              <a:rPr lang="en-IN" sz="2000" dirty="0">
                <a:latin typeface="Times New Roman" panose="02020603050405020304" pitchFamily="18" charset="0"/>
                <a:cs typeface="Times New Roman" panose="02020603050405020304" pitchFamily="18" charset="0"/>
              </a:rPr>
              <a:t>High Risk</a:t>
            </a:r>
          </a:p>
          <a:p>
            <a:endParaRPr lang="en-IN"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E78E727-D470-C0BC-04F8-58E78ED688BB}"/>
              </a:ext>
            </a:extLst>
          </p:cNvPr>
          <p:cNvSpPr txBox="1"/>
          <p:nvPr/>
        </p:nvSpPr>
        <p:spPr>
          <a:xfrm>
            <a:off x="4035670" y="3995678"/>
            <a:ext cx="3830087" cy="2862322"/>
          </a:xfrm>
          <a:prstGeom prst="rect">
            <a:avLst/>
          </a:prstGeom>
          <a:noFill/>
        </p:spPr>
        <p:txBody>
          <a:bodyPr wrap="none" rtlCol="0">
            <a:spAutoFit/>
          </a:bodyPr>
          <a:lstStyle/>
          <a:p>
            <a:r>
              <a:rPr lang="en-IN" sz="2000" b="1" dirty="0">
                <a:latin typeface="Times New Roman" panose="02020603050405020304" pitchFamily="18" charset="0"/>
                <a:cs typeface="Times New Roman" panose="02020603050405020304" pitchFamily="18" charset="0"/>
              </a:rPr>
              <a:t>Model: Random Forest Classifier</a:t>
            </a:r>
            <a:endParaRPr lang="en-IN" sz="2000"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Evaluation</a:t>
            </a:r>
          </a:p>
          <a:p>
            <a:pPr lvl="0"/>
            <a:r>
              <a:rPr lang="en-IN" sz="2000" dirty="0">
                <a:latin typeface="Times New Roman" panose="02020603050405020304" pitchFamily="18" charset="0"/>
                <a:cs typeface="Times New Roman" panose="02020603050405020304" pitchFamily="18" charset="0"/>
              </a:rPr>
              <a:t>Accuracy </a:t>
            </a:r>
          </a:p>
          <a:p>
            <a:pPr lvl="0"/>
            <a:r>
              <a:rPr lang="en-IN" sz="2000" dirty="0">
                <a:latin typeface="Times New Roman" panose="02020603050405020304" pitchFamily="18" charset="0"/>
                <a:cs typeface="Times New Roman" panose="02020603050405020304" pitchFamily="18" charset="0"/>
              </a:rPr>
              <a:t>Precision </a:t>
            </a:r>
          </a:p>
          <a:p>
            <a:pPr lvl="0"/>
            <a:r>
              <a:rPr lang="en-IN" sz="2000" dirty="0">
                <a:latin typeface="Times New Roman" panose="02020603050405020304" pitchFamily="18" charset="0"/>
                <a:cs typeface="Times New Roman" panose="02020603050405020304" pitchFamily="18" charset="0"/>
              </a:rPr>
              <a:t>Recall </a:t>
            </a:r>
          </a:p>
          <a:p>
            <a:pPr lvl="0"/>
            <a:r>
              <a:rPr lang="en-IN" sz="2000" dirty="0">
                <a:latin typeface="Times New Roman" panose="02020603050405020304" pitchFamily="18" charset="0"/>
                <a:cs typeface="Times New Roman" panose="02020603050405020304" pitchFamily="18" charset="0"/>
              </a:rPr>
              <a:t>F1-Score </a:t>
            </a:r>
          </a:p>
          <a:p>
            <a:pPr lvl="0"/>
            <a:r>
              <a:rPr lang="en-IN" sz="2000" dirty="0">
                <a:latin typeface="Times New Roman" panose="02020603050405020304" pitchFamily="18" charset="0"/>
                <a:cs typeface="Times New Roman" panose="02020603050405020304" pitchFamily="18" charset="0"/>
              </a:rPr>
              <a:t>Confusion Matrix </a:t>
            </a:r>
          </a:p>
          <a:p>
            <a:endParaRPr lang="en-IN" sz="20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6B525F69-392E-DD14-9715-2CB63F621E0C}"/>
              </a:ext>
            </a:extLst>
          </p:cNvPr>
          <p:cNvPicPr>
            <a:picLocks noChangeAspect="1"/>
          </p:cNvPicPr>
          <p:nvPr/>
        </p:nvPicPr>
        <p:blipFill>
          <a:blip r:embed="rId2"/>
          <a:stretch>
            <a:fillRect/>
          </a:stretch>
        </p:blipFill>
        <p:spPr>
          <a:xfrm>
            <a:off x="104243" y="3592131"/>
            <a:ext cx="3519898" cy="2319367"/>
          </a:xfrm>
          <a:prstGeom prst="rect">
            <a:avLst/>
          </a:prstGeom>
        </p:spPr>
      </p:pic>
      <p:pic>
        <p:nvPicPr>
          <p:cNvPr id="12" name="Picture 11">
            <a:extLst>
              <a:ext uri="{FF2B5EF4-FFF2-40B4-BE49-F238E27FC236}">
                <a16:creationId xmlns:a16="http://schemas.microsoft.com/office/drawing/2014/main" id="{0D03B6E2-6DDD-2747-BF58-AE8FDE3D0AA4}"/>
              </a:ext>
            </a:extLst>
          </p:cNvPr>
          <p:cNvPicPr>
            <a:picLocks noChangeAspect="1"/>
          </p:cNvPicPr>
          <p:nvPr/>
        </p:nvPicPr>
        <p:blipFill>
          <a:blip r:embed="rId3"/>
          <a:stretch>
            <a:fillRect/>
          </a:stretch>
        </p:blipFill>
        <p:spPr>
          <a:xfrm>
            <a:off x="3923702" y="1560859"/>
            <a:ext cx="3643727" cy="2049597"/>
          </a:xfrm>
          <a:prstGeom prst="rect">
            <a:avLst/>
          </a:prstGeom>
        </p:spPr>
      </p:pic>
      <p:pic>
        <p:nvPicPr>
          <p:cNvPr id="16" name="Picture 15">
            <a:extLst>
              <a:ext uri="{FF2B5EF4-FFF2-40B4-BE49-F238E27FC236}">
                <a16:creationId xmlns:a16="http://schemas.microsoft.com/office/drawing/2014/main" id="{840B83A4-1D6D-70B0-EC87-1872C4070A88}"/>
              </a:ext>
            </a:extLst>
          </p:cNvPr>
          <p:cNvPicPr>
            <a:picLocks noChangeAspect="1"/>
          </p:cNvPicPr>
          <p:nvPr/>
        </p:nvPicPr>
        <p:blipFill>
          <a:blip r:embed="rId4"/>
          <a:stretch>
            <a:fillRect/>
          </a:stretch>
        </p:blipFill>
        <p:spPr>
          <a:xfrm>
            <a:off x="104243" y="946502"/>
            <a:ext cx="3519898" cy="2049597"/>
          </a:xfrm>
          <a:prstGeom prst="rect">
            <a:avLst/>
          </a:prstGeom>
        </p:spPr>
      </p:pic>
    </p:spTree>
    <p:extLst>
      <p:ext uri="{BB962C8B-B14F-4D97-AF65-F5344CB8AC3E}">
        <p14:creationId xmlns:p14="http://schemas.microsoft.com/office/powerpoint/2010/main" val="124246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8C3BB-CE06-D40B-D315-1A999F520A86}"/>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929D8A3-0339-FFFA-8BF4-9AA61F038538}"/>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B15B467-D58F-6F2D-4CB3-97BB169C5CD0}"/>
              </a:ext>
            </a:extLst>
          </p:cNvPr>
          <p:cNvSpPr txBox="1"/>
          <p:nvPr/>
        </p:nvSpPr>
        <p:spPr>
          <a:xfrm>
            <a:off x="2660072" y="187903"/>
            <a:ext cx="6871855" cy="584775"/>
          </a:xfrm>
          <a:prstGeom prst="rect">
            <a:avLst/>
          </a:prstGeom>
          <a:noFill/>
        </p:spPr>
        <p:txBody>
          <a:bodyPr wrap="square" rtlCol="0">
            <a:spAutoFit/>
          </a:bodyPr>
          <a:lstStyle/>
          <a:p>
            <a:pPr algn="ctr"/>
            <a:r>
              <a:rPr lang="en-IN" sz="3200" b="1" dirty="0">
                <a:solidFill>
                  <a:schemeClr val="bg1"/>
                </a:solidFill>
                <a:latin typeface="Times New Roman" panose="02020603050405020304" pitchFamily="18" charset="0"/>
                <a:cs typeface="Times New Roman" panose="02020603050405020304" pitchFamily="18" charset="0"/>
              </a:rPr>
              <a:t>Main Modules</a:t>
            </a:r>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EB59F96-9D49-C3D1-42EB-13798DA853DC}"/>
              </a:ext>
            </a:extLst>
          </p:cNvPr>
          <p:cNvSpPr txBox="1"/>
          <p:nvPr/>
        </p:nvSpPr>
        <p:spPr>
          <a:xfrm>
            <a:off x="6456786" y="772678"/>
            <a:ext cx="3469156" cy="6186309"/>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1. User &amp; Authentication</a:t>
            </a:r>
          </a:p>
          <a:p>
            <a:pPr lvl="0"/>
            <a:r>
              <a:rPr lang="en-IN" dirty="0">
                <a:latin typeface="Times New Roman" panose="02020603050405020304" pitchFamily="18" charset="0"/>
                <a:cs typeface="Times New Roman" panose="02020603050405020304" pitchFamily="18" charset="0"/>
              </a:rPr>
              <a:t>Registration </a:t>
            </a:r>
          </a:p>
          <a:p>
            <a:pPr lvl="0"/>
            <a:r>
              <a:rPr lang="en-IN" dirty="0">
                <a:latin typeface="Times New Roman" panose="02020603050405020304" pitchFamily="18" charset="0"/>
                <a:cs typeface="Times New Roman" panose="02020603050405020304" pitchFamily="18" charset="0"/>
              </a:rPr>
              <a:t>Login </a:t>
            </a:r>
          </a:p>
          <a:p>
            <a:pPr lvl="0"/>
            <a:r>
              <a:rPr lang="en-IN" dirty="0">
                <a:latin typeface="Times New Roman" panose="02020603050405020304" pitchFamily="18" charset="0"/>
                <a:cs typeface="Times New Roman" panose="02020603050405020304" pitchFamily="18" charset="0"/>
              </a:rPr>
              <a:t>JWT authentication </a:t>
            </a:r>
          </a:p>
          <a:p>
            <a:pPr lvl="0"/>
            <a:r>
              <a:rPr lang="en-IN" dirty="0">
                <a:latin typeface="Times New Roman" panose="02020603050405020304" pitchFamily="18" charset="0"/>
                <a:cs typeface="Times New Roman" panose="02020603050405020304" pitchFamily="18" charset="0"/>
              </a:rPr>
              <a:t>Role-based access </a:t>
            </a:r>
          </a:p>
          <a:p>
            <a:pPr lvl="0"/>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2. Project Management</a:t>
            </a:r>
          </a:p>
          <a:p>
            <a:pPr lvl="0"/>
            <a:r>
              <a:rPr lang="en-IN" dirty="0">
                <a:latin typeface="Times New Roman" panose="02020603050405020304" pitchFamily="18" charset="0"/>
                <a:cs typeface="Times New Roman" panose="02020603050405020304" pitchFamily="18" charset="0"/>
              </a:rPr>
              <a:t>Project proposal </a:t>
            </a:r>
          </a:p>
          <a:p>
            <a:pPr lvl="0"/>
            <a:r>
              <a:rPr lang="en-IN" dirty="0">
                <a:latin typeface="Times New Roman" panose="02020603050405020304" pitchFamily="18" charset="0"/>
                <a:cs typeface="Times New Roman" panose="02020603050405020304" pitchFamily="18" charset="0"/>
              </a:rPr>
              <a:t>Project details </a:t>
            </a:r>
          </a:p>
          <a:p>
            <a:pPr lvl="0"/>
            <a:r>
              <a:rPr lang="en-IN" dirty="0">
                <a:latin typeface="Times New Roman" panose="02020603050405020304" pitchFamily="18" charset="0"/>
                <a:cs typeface="Times New Roman" panose="02020603050405020304" pitchFamily="18" charset="0"/>
              </a:rPr>
              <a:t>Project status </a:t>
            </a:r>
          </a:p>
          <a:p>
            <a:pPr lvl="0"/>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3. Team Management</a:t>
            </a:r>
          </a:p>
          <a:p>
            <a:pPr lvl="0"/>
            <a:r>
              <a:rPr lang="en-IN" dirty="0">
                <a:latin typeface="Times New Roman" panose="02020603050405020304" pitchFamily="18" charset="0"/>
                <a:cs typeface="Times New Roman" panose="02020603050405020304" pitchFamily="18" charset="0"/>
              </a:rPr>
              <a:t>Create team </a:t>
            </a:r>
          </a:p>
          <a:p>
            <a:pPr lvl="0"/>
            <a:r>
              <a:rPr lang="en-IN" dirty="0">
                <a:latin typeface="Times New Roman" panose="02020603050405020304" pitchFamily="18" charset="0"/>
                <a:cs typeface="Times New Roman" panose="02020603050405020304" pitchFamily="18" charset="0"/>
              </a:rPr>
              <a:t>Join team </a:t>
            </a:r>
          </a:p>
          <a:p>
            <a:pPr lvl="0"/>
            <a:r>
              <a:rPr lang="en-IN" dirty="0">
                <a:latin typeface="Times New Roman" panose="02020603050405020304" pitchFamily="18" charset="0"/>
                <a:cs typeface="Times New Roman" panose="02020603050405020304" pitchFamily="18" charset="0"/>
              </a:rPr>
              <a:t>Team members </a:t>
            </a:r>
          </a:p>
          <a:p>
            <a:pPr lvl="0"/>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4. Task &amp; Milestone Management</a:t>
            </a:r>
          </a:p>
          <a:p>
            <a:pPr lvl="0"/>
            <a:r>
              <a:rPr lang="en-IN" dirty="0">
                <a:latin typeface="Times New Roman" panose="02020603050405020304" pitchFamily="18" charset="0"/>
                <a:cs typeface="Times New Roman" panose="02020603050405020304" pitchFamily="18" charset="0"/>
              </a:rPr>
              <a:t>Create tasks </a:t>
            </a:r>
          </a:p>
          <a:p>
            <a:pPr lvl="0"/>
            <a:r>
              <a:rPr lang="en-IN" dirty="0">
                <a:latin typeface="Times New Roman" panose="02020603050405020304" pitchFamily="18" charset="0"/>
                <a:cs typeface="Times New Roman" panose="02020603050405020304" pitchFamily="18" charset="0"/>
              </a:rPr>
              <a:t>Update tasks </a:t>
            </a:r>
          </a:p>
          <a:p>
            <a:pPr lvl="0"/>
            <a:r>
              <a:rPr lang="en-IN" dirty="0">
                <a:latin typeface="Times New Roman" panose="02020603050405020304" pitchFamily="18" charset="0"/>
                <a:cs typeface="Times New Roman" panose="02020603050405020304" pitchFamily="18" charset="0"/>
              </a:rPr>
              <a:t>Track milestones </a:t>
            </a:r>
          </a:p>
          <a:p>
            <a:pPr lvl="0"/>
            <a:r>
              <a:rPr lang="en-IN" dirty="0">
                <a:latin typeface="Times New Roman" panose="02020603050405020304" pitchFamily="18" charset="0"/>
                <a:cs typeface="Times New Roman" panose="02020603050405020304" pitchFamily="18" charset="0"/>
              </a:rPr>
              <a:t>Monitor progress </a:t>
            </a:r>
          </a:p>
          <a:p>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8E07428-49AD-DE01-1E71-20662FBD264C}"/>
              </a:ext>
            </a:extLst>
          </p:cNvPr>
          <p:cNvSpPr txBox="1"/>
          <p:nvPr/>
        </p:nvSpPr>
        <p:spPr>
          <a:xfrm>
            <a:off x="9629192" y="765138"/>
            <a:ext cx="2827175" cy="4801314"/>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5. Faculty Module</a:t>
            </a:r>
          </a:p>
          <a:p>
            <a:pPr lvl="0"/>
            <a:r>
              <a:rPr lang="en-IN" dirty="0">
                <a:latin typeface="Times New Roman" panose="02020603050405020304" pitchFamily="18" charset="0"/>
                <a:cs typeface="Times New Roman" panose="02020603050405020304" pitchFamily="18" charset="0"/>
              </a:rPr>
              <a:t>Review proposals </a:t>
            </a:r>
          </a:p>
          <a:p>
            <a:pPr lvl="0"/>
            <a:r>
              <a:rPr lang="en-IN" dirty="0">
                <a:latin typeface="Times New Roman" panose="02020603050405020304" pitchFamily="18" charset="0"/>
                <a:cs typeface="Times New Roman" panose="02020603050405020304" pitchFamily="18" charset="0"/>
              </a:rPr>
              <a:t>Approve/reject </a:t>
            </a:r>
          </a:p>
          <a:p>
            <a:pPr lvl="0"/>
            <a:r>
              <a:rPr lang="en-IN" dirty="0">
                <a:latin typeface="Times New Roman" panose="02020603050405020304" pitchFamily="18" charset="0"/>
                <a:cs typeface="Times New Roman" panose="02020603050405020304" pitchFamily="18" charset="0"/>
              </a:rPr>
              <a:t>Give feedback </a:t>
            </a:r>
          </a:p>
          <a:p>
            <a:pPr lvl="0"/>
            <a:r>
              <a:rPr lang="en-IN" dirty="0">
                <a:latin typeface="Times New Roman" panose="02020603050405020304" pitchFamily="18" charset="0"/>
                <a:cs typeface="Times New Roman" panose="02020603050405020304" pitchFamily="18" charset="0"/>
              </a:rPr>
              <a:t>Monitor projects </a:t>
            </a:r>
          </a:p>
          <a:p>
            <a:pPr lvl="0"/>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6. AI Risk Prediction</a:t>
            </a:r>
          </a:p>
          <a:p>
            <a:pPr lvl="0"/>
            <a:r>
              <a:rPr lang="en-IN" dirty="0">
                <a:latin typeface="Times New Roman" panose="02020603050405020304" pitchFamily="18" charset="0"/>
                <a:cs typeface="Times New Roman" panose="02020603050405020304" pitchFamily="18" charset="0"/>
              </a:rPr>
              <a:t>Process project data </a:t>
            </a:r>
          </a:p>
          <a:p>
            <a:pPr lvl="0"/>
            <a:r>
              <a:rPr lang="en-IN" dirty="0">
                <a:latin typeface="Times New Roman" panose="02020603050405020304" pitchFamily="18" charset="0"/>
                <a:cs typeface="Times New Roman" panose="02020603050405020304" pitchFamily="18" charset="0"/>
              </a:rPr>
              <a:t>Predict delay risk </a:t>
            </a:r>
          </a:p>
          <a:p>
            <a:pPr lvl="0"/>
            <a:r>
              <a:rPr lang="en-IN" dirty="0">
                <a:latin typeface="Times New Roman" panose="02020603050405020304" pitchFamily="18" charset="0"/>
                <a:cs typeface="Times New Roman" panose="02020603050405020304" pitchFamily="18" charset="0"/>
              </a:rPr>
              <a:t>Display risk level </a:t>
            </a:r>
          </a:p>
          <a:p>
            <a:pPr lvl="0"/>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7. Notification &amp; Adaptive Module</a:t>
            </a:r>
          </a:p>
          <a:p>
            <a:pPr lvl="0"/>
            <a:r>
              <a:rPr lang="en-IN" dirty="0">
                <a:latin typeface="Times New Roman" panose="02020603050405020304" pitchFamily="18" charset="0"/>
                <a:cs typeface="Times New Roman" panose="02020603050405020304" pitchFamily="18" charset="0"/>
              </a:rPr>
              <a:t>Reminders </a:t>
            </a:r>
          </a:p>
          <a:p>
            <a:pPr lvl="0"/>
            <a:r>
              <a:rPr lang="en-IN" dirty="0">
                <a:latin typeface="Times New Roman" panose="02020603050405020304" pitchFamily="18" charset="0"/>
                <a:cs typeface="Times New Roman" panose="02020603050405020304" pitchFamily="18" charset="0"/>
              </a:rPr>
              <a:t>Faculty alerts </a:t>
            </a:r>
          </a:p>
          <a:p>
            <a:pPr lvl="0"/>
            <a:r>
              <a:rPr lang="en-IN" dirty="0">
                <a:latin typeface="Times New Roman" panose="02020603050405020304" pitchFamily="18" charset="0"/>
                <a:cs typeface="Times New Roman" panose="02020603050405020304" pitchFamily="18" charset="0"/>
              </a:rPr>
              <a:t>Coordinator escalation</a:t>
            </a:r>
          </a:p>
          <a:p>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A9854A5-1D0C-079F-F1F9-DB6DA6DE12EB}"/>
              </a:ext>
            </a:extLst>
          </p:cNvPr>
          <p:cNvPicPr>
            <a:picLocks noChangeAspect="1"/>
          </p:cNvPicPr>
          <p:nvPr/>
        </p:nvPicPr>
        <p:blipFill>
          <a:blip r:embed="rId2"/>
          <a:stretch>
            <a:fillRect/>
          </a:stretch>
        </p:blipFill>
        <p:spPr>
          <a:xfrm>
            <a:off x="2624189" y="1660850"/>
            <a:ext cx="2964848" cy="2093630"/>
          </a:xfrm>
          <a:prstGeom prst="rect">
            <a:avLst/>
          </a:prstGeom>
        </p:spPr>
      </p:pic>
      <p:pic>
        <p:nvPicPr>
          <p:cNvPr id="9" name="Picture 8">
            <a:extLst>
              <a:ext uri="{FF2B5EF4-FFF2-40B4-BE49-F238E27FC236}">
                <a16:creationId xmlns:a16="http://schemas.microsoft.com/office/drawing/2014/main" id="{F3B142CE-8506-D887-C05F-DE1825D2CD9D}"/>
              </a:ext>
            </a:extLst>
          </p:cNvPr>
          <p:cNvPicPr>
            <a:picLocks noChangeAspect="1"/>
          </p:cNvPicPr>
          <p:nvPr/>
        </p:nvPicPr>
        <p:blipFill>
          <a:blip r:embed="rId3"/>
          <a:stretch>
            <a:fillRect/>
          </a:stretch>
        </p:blipFill>
        <p:spPr>
          <a:xfrm>
            <a:off x="681246" y="4327270"/>
            <a:ext cx="4907791" cy="2260412"/>
          </a:xfrm>
          <a:prstGeom prst="rect">
            <a:avLst/>
          </a:prstGeom>
        </p:spPr>
      </p:pic>
      <p:pic>
        <p:nvPicPr>
          <p:cNvPr id="11" name="Picture 10">
            <a:extLst>
              <a:ext uri="{FF2B5EF4-FFF2-40B4-BE49-F238E27FC236}">
                <a16:creationId xmlns:a16="http://schemas.microsoft.com/office/drawing/2014/main" id="{81A53B74-A6FD-C4C0-1DEA-4A13E377EE71}"/>
              </a:ext>
            </a:extLst>
          </p:cNvPr>
          <p:cNvPicPr>
            <a:picLocks noChangeAspect="1"/>
          </p:cNvPicPr>
          <p:nvPr/>
        </p:nvPicPr>
        <p:blipFill>
          <a:blip r:embed="rId4"/>
          <a:stretch>
            <a:fillRect/>
          </a:stretch>
        </p:blipFill>
        <p:spPr>
          <a:xfrm>
            <a:off x="178456" y="1109643"/>
            <a:ext cx="2304330" cy="3108715"/>
          </a:xfrm>
          <a:prstGeom prst="rect">
            <a:avLst/>
          </a:prstGeom>
        </p:spPr>
      </p:pic>
    </p:spTree>
    <p:extLst>
      <p:ext uri="{BB962C8B-B14F-4D97-AF65-F5344CB8AC3E}">
        <p14:creationId xmlns:p14="http://schemas.microsoft.com/office/powerpoint/2010/main" val="3480522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AA38F-0752-DF3D-47F0-79671FF993B6}"/>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E55F60E-1AB4-ADCA-DCB8-43439B3EA7CA}"/>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5F113E1-C048-3CA8-911C-C2216F974112}"/>
              </a:ext>
            </a:extLst>
          </p:cNvPr>
          <p:cNvSpPr txBox="1"/>
          <p:nvPr/>
        </p:nvSpPr>
        <p:spPr>
          <a:xfrm>
            <a:off x="2660072" y="187903"/>
            <a:ext cx="6871855" cy="584775"/>
          </a:xfrm>
          <a:prstGeom prst="rect">
            <a:avLst/>
          </a:prstGeom>
          <a:noFill/>
        </p:spPr>
        <p:txBody>
          <a:bodyPr wrap="square" rtlCol="0">
            <a:spAutoFit/>
          </a:bodyPr>
          <a:lstStyle/>
          <a:p>
            <a:pPr algn="ctr"/>
            <a:r>
              <a:rPr lang="en-IN" sz="3200" b="1" dirty="0">
                <a:solidFill>
                  <a:schemeClr val="bg1"/>
                </a:solidFill>
                <a:latin typeface="Times New Roman" panose="02020603050405020304" pitchFamily="18" charset="0"/>
                <a:cs typeface="Times New Roman" panose="02020603050405020304" pitchFamily="18" charset="0"/>
              </a:rPr>
              <a:t>Scrum &amp; Jira</a:t>
            </a:r>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5126BBE-F186-2BE6-D7CB-C2E256AF0672}"/>
              </a:ext>
            </a:extLst>
          </p:cNvPr>
          <p:cNvSpPr txBox="1"/>
          <p:nvPr/>
        </p:nvSpPr>
        <p:spPr>
          <a:xfrm>
            <a:off x="7595119" y="1443841"/>
            <a:ext cx="4413379" cy="4247317"/>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Development Method: Scrum Framework</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Jira Used For</a:t>
            </a:r>
          </a:p>
          <a:p>
            <a:pPr lvl="0"/>
            <a:r>
              <a:rPr lang="en-IN" dirty="0">
                <a:latin typeface="Times New Roman" panose="02020603050405020304" pitchFamily="18" charset="0"/>
                <a:cs typeface="Times New Roman" panose="02020603050405020304" pitchFamily="18" charset="0"/>
              </a:rPr>
              <a:t>Product backlog </a:t>
            </a:r>
          </a:p>
          <a:p>
            <a:pPr lvl="0"/>
            <a:r>
              <a:rPr lang="en-IN" dirty="0">
                <a:latin typeface="Times New Roman" panose="02020603050405020304" pitchFamily="18" charset="0"/>
                <a:cs typeface="Times New Roman" panose="02020603050405020304" pitchFamily="18" charset="0"/>
              </a:rPr>
              <a:t>User stories </a:t>
            </a:r>
          </a:p>
          <a:p>
            <a:pPr lvl="0"/>
            <a:r>
              <a:rPr lang="en-IN" dirty="0">
                <a:latin typeface="Times New Roman" panose="02020603050405020304" pitchFamily="18" charset="0"/>
                <a:cs typeface="Times New Roman" panose="02020603050405020304" pitchFamily="18" charset="0"/>
              </a:rPr>
              <a:t>Story points </a:t>
            </a:r>
          </a:p>
          <a:p>
            <a:pPr lvl="0"/>
            <a:r>
              <a:rPr lang="en-IN" dirty="0">
                <a:latin typeface="Times New Roman" panose="02020603050405020304" pitchFamily="18" charset="0"/>
                <a:cs typeface="Times New Roman" panose="02020603050405020304" pitchFamily="18" charset="0"/>
              </a:rPr>
              <a:t>Sprint planning </a:t>
            </a:r>
          </a:p>
          <a:p>
            <a:pPr lvl="0"/>
            <a:r>
              <a:rPr lang="en-IN" dirty="0">
                <a:latin typeface="Times New Roman" panose="02020603050405020304" pitchFamily="18" charset="0"/>
                <a:cs typeface="Times New Roman" panose="02020603050405020304" pitchFamily="18" charset="0"/>
              </a:rPr>
              <a:t>Task tracking </a:t>
            </a:r>
          </a:p>
          <a:p>
            <a:pPr lvl="0"/>
            <a:r>
              <a:rPr lang="en-IN" dirty="0">
                <a:latin typeface="Times New Roman" panose="02020603050405020304" pitchFamily="18" charset="0"/>
                <a:cs typeface="Times New Roman" panose="02020603050405020304" pitchFamily="18" charset="0"/>
              </a:rPr>
              <a:t>Progress monitoring </a:t>
            </a:r>
          </a:p>
          <a:p>
            <a:pPr lvl="0"/>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Current Jira Progress</a:t>
            </a:r>
          </a:p>
          <a:p>
            <a:r>
              <a:rPr lang="en-IN" b="1" dirty="0">
                <a:latin typeface="Times New Roman" panose="02020603050405020304" pitchFamily="18" charset="0"/>
                <a:cs typeface="Times New Roman" panose="02020603050405020304" pitchFamily="18" charset="0"/>
              </a:rPr>
              <a:t>Completed:</a:t>
            </a: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User stories created </a:t>
            </a:r>
          </a:p>
          <a:p>
            <a:pPr lvl="0"/>
            <a:r>
              <a:rPr lang="en-IN" dirty="0">
                <a:latin typeface="Times New Roman" panose="02020603050405020304" pitchFamily="18" charset="0"/>
                <a:cs typeface="Times New Roman" panose="02020603050405020304" pitchFamily="18" charset="0"/>
              </a:rPr>
              <a:t>Story points assigned </a:t>
            </a:r>
          </a:p>
          <a:p>
            <a:pPr lvl="0"/>
            <a:r>
              <a:rPr lang="en-IN" dirty="0">
                <a:latin typeface="Times New Roman" panose="02020603050405020304" pitchFamily="18" charset="0"/>
                <a:cs typeface="Times New Roman" panose="02020603050405020304" pitchFamily="18" charset="0"/>
              </a:rPr>
              <a:t>Product backlog prepared</a:t>
            </a:r>
          </a:p>
          <a:p>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19B83A6-3A54-26C2-7676-152D2D50C629}"/>
              </a:ext>
            </a:extLst>
          </p:cNvPr>
          <p:cNvPicPr>
            <a:picLocks noChangeAspect="1"/>
          </p:cNvPicPr>
          <p:nvPr/>
        </p:nvPicPr>
        <p:blipFill>
          <a:blip r:embed="rId2"/>
          <a:stretch>
            <a:fillRect/>
          </a:stretch>
        </p:blipFill>
        <p:spPr>
          <a:xfrm>
            <a:off x="466531" y="1045529"/>
            <a:ext cx="6288833" cy="2521970"/>
          </a:xfrm>
          <a:prstGeom prst="rect">
            <a:avLst/>
          </a:prstGeom>
        </p:spPr>
      </p:pic>
      <p:pic>
        <p:nvPicPr>
          <p:cNvPr id="8" name="Picture 7">
            <a:extLst>
              <a:ext uri="{FF2B5EF4-FFF2-40B4-BE49-F238E27FC236}">
                <a16:creationId xmlns:a16="http://schemas.microsoft.com/office/drawing/2014/main" id="{3D92E7C1-7302-3801-58B9-EE6301DD5569}"/>
              </a:ext>
            </a:extLst>
          </p:cNvPr>
          <p:cNvPicPr>
            <a:picLocks noChangeAspect="1"/>
          </p:cNvPicPr>
          <p:nvPr/>
        </p:nvPicPr>
        <p:blipFill>
          <a:blip r:embed="rId3"/>
          <a:stretch>
            <a:fillRect/>
          </a:stretch>
        </p:blipFill>
        <p:spPr>
          <a:xfrm>
            <a:off x="466530" y="3840350"/>
            <a:ext cx="6288833" cy="2655625"/>
          </a:xfrm>
          <a:prstGeom prst="rect">
            <a:avLst/>
          </a:prstGeom>
        </p:spPr>
      </p:pic>
    </p:spTree>
    <p:extLst>
      <p:ext uri="{BB962C8B-B14F-4D97-AF65-F5344CB8AC3E}">
        <p14:creationId xmlns:p14="http://schemas.microsoft.com/office/powerpoint/2010/main" val="1171027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94E28-C775-A132-ABA9-2E920C8CA03C}"/>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9DAB498-7908-73ED-5DD7-556C22360E4A}"/>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02D2128-B91A-D516-29E5-7A44FB31241B}"/>
              </a:ext>
            </a:extLst>
          </p:cNvPr>
          <p:cNvSpPr txBox="1"/>
          <p:nvPr/>
        </p:nvSpPr>
        <p:spPr>
          <a:xfrm>
            <a:off x="2660072" y="187903"/>
            <a:ext cx="6871855" cy="584775"/>
          </a:xfrm>
          <a:prstGeom prst="rect">
            <a:avLst/>
          </a:prstGeom>
          <a:noFill/>
        </p:spPr>
        <p:txBody>
          <a:bodyPr wrap="square" rtlCol="0">
            <a:spAutoFit/>
          </a:bodyPr>
          <a:lstStyle/>
          <a:p>
            <a:pPr algn="ctr"/>
            <a:r>
              <a:rPr lang="en-IN" sz="3200" b="1" dirty="0">
                <a:solidFill>
                  <a:schemeClr val="bg1"/>
                </a:solidFill>
                <a:latin typeface="Times New Roman" panose="02020603050405020304" pitchFamily="18" charset="0"/>
                <a:cs typeface="Times New Roman" panose="02020603050405020304" pitchFamily="18" charset="0"/>
              </a:rPr>
              <a:t>GitHub Progress</a:t>
            </a:r>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6449875-6401-7BF4-89CD-08603E650368}"/>
              </a:ext>
            </a:extLst>
          </p:cNvPr>
          <p:cNvSpPr txBox="1"/>
          <p:nvPr/>
        </p:nvSpPr>
        <p:spPr>
          <a:xfrm>
            <a:off x="6491144" y="806448"/>
            <a:ext cx="5700856" cy="5632311"/>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Repository</a:t>
            </a:r>
          </a:p>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GitHub: AI-</a:t>
            </a:r>
            <a:r>
              <a:rPr lang="en-IN" b="1" dirty="0" err="1">
                <a:latin typeface="Times New Roman" panose="02020603050405020304" pitchFamily="18" charset="0"/>
                <a:cs typeface="Times New Roman" panose="02020603050405020304" pitchFamily="18" charset="0"/>
              </a:rPr>
              <a:t>AcadPredict</a:t>
            </a:r>
            <a:endParaRPr lang="en-IN" b="1"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Current Work</a:t>
            </a:r>
          </a:p>
          <a:p>
            <a:r>
              <a:rPr lang="en-IN" dirty="0">
                <a:latin typeface="Times New Roman" panose="02020603050405020304" pitchFamily="18" charset="0"/>
                <a:cs typeface="Times New Roman" panose="02020603050405020304" pitchFamily="18" charset="0"/>
              </a:rPr>
              <a:t>The repository contains the current development work for:</a:t>
            </a:r>
          </a:p>
          <a:p>
            <a:pPr lvl="0"/>
            <a:r>
              <a:rPr lang="en-IN" dirty="0">
                <a:latin typeface="Times New Roman" panose="02020603050405020304" pitchFamily="18" charset="0"/>
                <a:cs typeface="Times New Roman" panose="02020603050405020304" pitchFamily="18" charset="0"/>
              </a:rPr>
              <a:t>React.js frontend </a:t>
            </a:r>
          </a:p>
          <a:p>
            <a:pPr lvl="0"/>
            <a:r>
              <a:rPr lang="en-IN" dirty="0">
                <a:latin typeface="Times New Roman" panose="02020603050405020304" pitchFamily="18" charset="0"/>
                <a:cs typeface="Times New Roman" panose="02020603050405020304" pitchFamily="18" charset="0"/>
              </a:rPr>
              <a:t>AI/ML model </a:t>
            </a:r>
          </a:p>
          <a:p>
            <a:pPr lvl="0"/>
            <a:r>
              <a:rPr lang="en-IN" dirty="0" err="1">
                <a:latin typeface="Times New Roman" panose="02020603050405020304" pitchFamily="18" charset="0"/>
                <a:cs typeface="Times New Roman" panose="02020603050405020304" pitchFamily="18" charset="0"/>
              </a:rPr>
              <a:t>FastAPI</a:t>
            </a:r>
            <a:r>
              <a:rPr lang="en-IN" dirty="0">
                <a:latin typeface="Times New Roman" panose="02020603050405020304" pitchFamily="18" charset="0"/>
                <a:cs typeface="Times New Roman" panose="02020603050405020304" pitchFamily="18" charset="0"/>
              </a:rPr>
              <a:t> AI service </a:t>
            </a:r>
          </a:p>
          <a:p>
            <a:pPr lvl="0"/>
            <a:r>
              <a:rPr lang="en-IN" dirty="0">
                <a:latin typeface="Times New Roman" panose="02020603050405020304" pitchFamily="18" charset="0"/>
                <a:cs typeface="Times New Roman" panose="02020603050405020304" pitchFamily="18" charset="0"/>
              </a:rPr>
              <a:t>Project documentation </a:t>
            </a:r>
          </a:p>
          <a:p>
            <a:pPr lvl="0"/>
            <a:r>
              <a:rPr lang="en-IN" dirty="0">
                <a:latin typeface="Times New Roman" panose="02020603050405020304" pitchFamily="18" charset="0"/>
                <a:cs typeface="Times New Roman" panose="02020603050405020304" pitchFamily="18" charset="0"/>
              </a:rPr>
              <a:t>User stories and project resources </a:t>
            </a:r>
          </a:p>
          <a:p>
            <a:pPr lvl="0"/>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Pending GitHub Work</a:t>
            </a:r>
          </a:p>
          <a:p>
            <a:pPr lvl="0"/>
            <a:r>
              <a:rPr lang="en-IN" dirty="0">
                <a:latin typeface="Times New Roman" panose="02020603050405020304" pitchFamily="18" charset="0"/>
                <a:cs typeface="Times New Roman" panose="02020603050405020304" pitchFamily="18" charset="0"/>
              </a:rPr>
              <a:t>Spring Boot backend </a:t>
            </a:r>
          </a:p>
          <a:p>
            <a:pPr lvl="0"/>
            <a:r>
              <a:rPr lang="en-IN" dirty="0">
                <a:latin typeface="Times New Roman" panose="02020603050405020304" pitchFamily="18" charset="0"/>
                <a:cs typeface="Times New Roman" panose="02020603050405020304" pitchFamily="18" charset="0"/>
              </a:rPr>
              <a:t>MySQL integration </a:t>
            </a:r>
          </a:p>
          <a:p>
            <a:pPr lvl="0"/>
            <a:r>
              <a:rPr lang="en-IN" dirty="0">
                <a:latin typeface="Times New Roman" panose="02020603050405020304" pitchFamily="18" charset="0"/>
                <a:cs typeface="Times New Roman" panose="02020603050405020304" pitchFamily="18" charset="0"/>
              </a:rPr>
              <a:t>Frontend–Backend connection </a:t>
            </a:r>
          </a:p>
          <a:p>
            <a:pPr lvl="0"/>
            <a:r>
              <a:rPr lang="en-IN" dirty="0">
                <a:latin typeface="Times New Roman" panose="02020603050405020304" pitchFamily="18" charset="0"/>
                <a:cs typeface="Times New Roman" panose="02020603050405020304" pitchFamily="18" charset="0"/>
              </a:rPr>
              <a:t>Backend–AI connection </a:t>
            </a:r>
          </a:p>
          <a:p>
            <a:pPr lvl="0"/>
            <a:r>
              <a:rPr lang="en-IN" dirty="0">
                <a:latin typeface="Times New Roman" panose="02020603050405020304" pitchFamily="18" charset="0"/>
                <a:cs typeface="Times New Roman" panose="02020603050405020304" pitchFamily="18" charset="0"/>
              </a:rPr>
              <a:t>Docker configuration </a:t>
            </a:r>
          </a:p>
          <a:p>
            <a:pPr lvl="0"/>
            <a:r>
              <a:rPr lang="en-IN" dirty="0">
                <a:latin typeface="Times New Roman" panose="02020603050405020304" pitchFamily="18" charset="0"/>
                <a:cs typeface="Times New Roman" panose="02020603050405020304" pitchFamily="18" charset="0"/>
              </a:rPr>
              <a:t>Final integrated application</a:t>
            </a:r>
          </a:p>
          <a:p>
            <a:endParaRPr lang="en-IN"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BE0C89EB-68A2-4F61-4588-72E2DADB2161}"/>
              </a:ext>
            </a:extLst>
          </p:cNvPr>
          <p:cNvPicPr>
            <a:picLocks noChangeAspect="1"/>
          </p:cNvPicPr>
          <p:nvPr/>
        </p:nvPicPr>
        <p:blipFill>
          <a:blip r:embed="rId2"/>
          <a:stretch>
            <a:fillRect/>
          </a:stretch>
        </p:blipFill>
        <p:spPr>
          <a:xfrm>
            <a:off x="397379" y="958704"/>
            <a:ext cx="5502167" cy="2743908"/>
          </a:xfrm>
          <a:prstGeom prst="rect">
            <a:avLst/>
          </a:prstGeom>
        </p:spPr>
      </p:pic>
      <p:pic>
        <p:nvPicPr>
          <p:cNvPr id="11" name="Picture 10">
            <a:extLst>
              <a:ext uri="{FF2B5EF4-FFF2-40B4-BE49-F238E27FC236}">
                <a16:creationId xmlns:a16="http://schemas.microsoft.com/office/drawing/2014/main" id="{2FC1476F-FB87-E04C-2AC8-82EB2288E514}"/>
              </a:ext>
            </a:extLst>
          </p:cNvPr>
          <p:cNvPicPr>
            <a:picLocks noChangeAspect="1"/>
          </p:cNvPicPr>
          <p:nvPr/>
        </p:nvPicPr>
        <p:blipFill>
          <a:blip r:embed="rId3"/>
          <a:stretch>
            <a:fillRect/>
          </a:stretch>
        </p:blipFill>
        <p:spPr>
          <a:xfrm>
            <a:off x="397378" y="3792240"/>
            <a:ext cx="5502167" cy="2981785"/>
          </a:xfrm>
          <a:prstGeom prst="rect">
            <a:avLst/>
          </a:prstGeom>
        </p:spPr>
      </p:pic>
    </p:spTree>
    <p:extLst>
      <p:ext uri="{BB962C8B-B14F-4D97-AF65-F5344CB8AC3E}">
        <p14:creationId xmlns:p14="http://schemas.microsoft.com/office/powerpoint/2010/main" val="1931751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F6E5C-D4B1-8AD0-81E0-335652D67796}"/>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8630033-C031-A53A-73FD-E40BF876D48A}"/>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E94A66B-4B3E-BF40-91D1-26DA04DB1334}"/>
              </a:ext>
            </a:extLst>
          </p:cNvPr>
          <p:cNvSpPr txBox="1"/>
          <p:nvPr/>
        </p:nvSpPr>
        <p:spPr>
          <a:xfrm>
            <a:off x="2660072" y="187903"/>
            <a:ext cx="6871855" cy="584775"/>
          </a:xfrm>
          <a:prstGeom prst="rect">
            <a:avLst/>
          </a:prstGeom>
          <a:noFill/>
        </p:spPr>
        <p:txBody>
          <a:bodyPr wrap="square" rtlCol="0">
            <a:spAutoFit/>
          </a:bodyPr>
          <a:lstStyle/>
          <a:p>
            <a:pPr algn="ctr"/>
            <a:r>
              <a:rPr lang="en-IN" sz="3200" b="1" dirty="0">
                <a:solidFill>
                  <a:schemeClr val="bg1"/>
                </a:solidFill>
                <a:latin typeface="Times New Roman" panose="02020603050405020304" pitchFamily="18" charset="0"/>
                <a:cs typeface="Times New Roman" panose="02020603050405020304" pitchFamily="18" charset="0"/>
              </a:rPr>
              <a:t>Implementation  Progress</a:t>
            </a:r>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8954ED5-3A85-5737-BD5B-27BA046C66A5}"/>
              </a:ext>
            </a:extLst>
          </p:cNvPr>
          <p:cNvSpPr txBox="1"/>
          <p:nvPr/>
        </p:nvSpPr>
        <p:spPr>
          <a:xfrm>
            <a:off x="1199357" y="1788845"/>
            <a:ext cx="4059766" cy="4247317"/>
          </a:xfrm>
          <a:prstGeom prst="rect">
            <a:avLst/>
          </a:prstGeom>
          <a:noFill/>
        </p:spPr>
        <p:txBody>
          <a:bodyPr wrap="none" rtlCol="0">
            <a:spAutoFit/>
          </a:bodyPr>
          <a:lstStyle/>
          <a:p>
            <a:pPr marL="285750" indent="-285750">
              <a:buFont typeface="Wingdings" panose="05000000000000000000" pitchFamily="2" charset="2"/>
              <a:buChar char="v"/>
            </a:pPr>
            <a:r>
              <a:rPr lang="en-IN" b="1" u="sng" dirty="0">
                <a:latin typeface="Times New Roman" panose="02020603050405020304" pitchFamily="18" charset="0"/>
                <a:cs typeface="Times New Roman" panose="02020603050405020304" pitchFamily="18" charset="0"/>
              </a:rPr>
              <a:t>Completed</a:t>
            </a:r>
          </a:p>
          <a:p>
            <a:endParaRPr lang="en-IN" b="1"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Project title finalized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Team and roles identified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Project objectives finalized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AI integration defined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 stories created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Story points estimated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Jira backlog prepared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Technology stack finalized </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React.js frontend developed</a:t>
            </a:r>
            <a:r>
              <a:rPr lang="en-IN"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AI/ML service developed</a:t>
            </a:r>
            <a:r>
              <a:rPr lang="en-IN"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b="1" dirty="0" err="1">
                <a:latin typeface="Times New Roman" panose="02020603050405020304" pitchFamily="18" charset="0"/>
                <a:cs typeface="Times New Roman" panose="02020603050405020304" pitchFamily="18" charset="0"/>
              </a:rPr>
              <a:t>FastAPI</a:t>
            </a:r>
            <a:r>
              <a:rPr lang="en-IN" b="1" dirty="0">
                <a:latin typeface="Times New Roman" panose="02020603050405020304" pitchFamily="18" charset="0"/>
                <a:cs typeface="Times New Roman" panose="02020603050405020304" pitchFamily="18" charset="0"/>
              </a:rPr>
              <a:t> AI service implemented</a:t>
            </a:r>
            <a:r>
              <a:rPr lang="en-IN"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Random Forest model implemented</a:t>
            </a:r>
            <a:r>
              <a:rPr lang="en-IN"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C0A0BFA-E111-8054-CC97-0B15825F7999}"/>
              </a:ext>
            </a:extLst>
          </p:cNvPr>
          <p:cNvSpPr txBox="1"/>
          <p:nvPr/>
        </p:nvSpPr>
        <p:spPr>
          <a:xfrm>
            <a:off x="4507858" y="1788845"/>
            <a:ext cx="3672737" cy="2031325"/>
          </a:xfrm>
          <a:prstGeom prst="rect">
            <a:avLst/>
          </a:prstGeom>
          <a:noFill/>
        </p:spPr>
        <p:txBody>
          <a:bodyPr wrap="square">
            <a:spAutoFit/>
          </a:bodyPr>
          <a:lstStyle/>
          <a:p>
            <a:pPr marL="285750" indent="-285750">
              <a:buFont typeface="Wingdings" panose="05000000000000000000" pitchFamily="2" charset="2"/>
              <a:buChar char="v"/>
            </a:pPr>
            <a:r>
              <a:rPr lang="en-IN" sz="1800" b="1" u="sng" dirty="0">
                <a:latin typeface="Times New Roman" panose="02020603050405020304" pitchFamily="18" charset="0"/>
                <a:cs typeface="Times New Roman" panose="02020603050405020304" pitchFamily="18" charset="0"/>
              </a:rPr>
              <a:t>In Progress</a:t>
            </a:r>
            <a:endParaRPr lang="en-IN" b="1" u="sng"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System architecture refinement </a:t>
            </a:r>
          </a:p>
          <a:p>
            <a:pPr marL="285750" lvl="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Database integration </a:t>
            </a:r>
          </a:p>
          <a:p>
            <a:pPr marL="285750" lvl="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Requirement refinement </a:t>
            </a:r>
          </a:p>
          <a:p>
            <a:pPr marL="285750" lvl="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Sprint development </a:t>
            </a:r>
          </a:p>
          <a:p>
            <a:endParaRPr lang="en-IN" sz="18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0C85424-D7AC-0AB3-8F15-606C50B9376A}"/>
              </a:ext>
            </a:extLst>
          </p:cNvPr>
          <p:cNvSpPr txBox="1"/>
          <p:nvPr/>
        </p:nvSpPr>
        <p:spPr>
          <a:xfrm>
            <a:off x="8519263" y="1788845"/>
            <a:ext cx="3672737" cy="2862322"/>
          </a:xfrm>
          <a:prstGeom prst="rect">
            <a:avLst/>
          </a:prstGeom>
          <a:noFill/>
        </p:spPr>
        <p:txBody>
          <a:bodyPr wrap="square" rtlCol="0">
            <a:spAutoFit/>
          </a:bodyPr>
          <a:lstStyle/>
          <a:p>
            <a:pPr marL="285750" indent="-285750">
              <a:buFont typeface="Wingdings" panose="05000000000000000000" pitchFamily="2" charset="2"/>
              <a:buChar char="v"/>
            </a:pPr>
            <a:r>
              <a:rPr lang="en-IN" b="1" u="sng" dirty="0">
                <a:latin typeface="Times New Roman" panose="02020603050405020304" pitchFamily="18" charset="0"/>
                <a:cs typeface="Times New Roman" panose="02020603050405020304" pitchFamily="18" charset="0"/>
              </a:rPr>
              <a:t>Pending</a:t>
            </a:r>
          </a:p>
          <a:p>
            <a:endParaRPr lang="en-IN" b="1"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Spring Boot backend development</a:t>
            </a:r>
            <a:r>
              <a:rPr lang="en-IN"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Frontend–Backend integration</a:t>
            </a:r>
            <a:r>
              <a:rPr lang="en-IN"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Backend–AI integration</a:t>
            </a:r>
            <a:r>
              <a:rPr lang="en-IN"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MySQL integration</a:t>
            </a:r>
            <a:r>
              <a:rPr lang="en-IN"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End-to-end system integration</a:t>
            </a:r>
            <a:r>
              <a:rPr lang="en-IN"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b="1" dirty="0" err="1">
                <a:latin typeface="Times New Roman" panose="02020603050405020304" pitchFamily="18" charset="0"/>
                <a:cs typeface="Times New Roman" panose="02020603050405020304" pitchFamily="18" charset="0"/>
              </a:rPr>
              <a:t>Dockerization</a:t>
            </a:r>
            <a:r>
              <a:rPr lang="en-IN"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Testing and debugging</a:t>
            </a:r>
          </a:p>
        </p:txBody>
      </p:sp>
    </p:spTree>
    <p:extLst>
      <p:ext uri="{BB962C8B-B14F-4D97-AF65-F5344CB8AC3E}">
        <p14:creationId xmlns:p14="http://schemas.microsoft.com/office/powerpoint/2010/main" val="25602051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A35B1-37D2-22E0-9D4B-4A2EA0759639}"/>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8B9ADD1-AB96-4E92-29BA-004417E8FD38}"/>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F3712AF-EADA-4AB3-A50D-ED81689F43C2}"/>
              </a:ext>
            </a:extLst>
          </p:cNvPr>
          <p:cNvSpPr txBox="1"/>
          <p:nvPr/>
        </p:nvSpPr>
        <p:spPr>
          <a:xfrm>
            <a:off x="2660072" y="187903"/>
            <a:ext cx="6871855" cy="523220"/>
          </a:xfrm>
          <a:prstGeom prst="rect">
            <a:avLst/>
          </a:prstGeom>
          <a:noFill/>
        </p:spPr>
        <p:txBody>
          <a:bodyPr wrap="square" rtlCol="0">
            <a:spAutoFit/>
          </a:bodyPr>
          <a:lstStyle/>
          <a:p>
            <a:pPr algn="ctr"/>
            <a:r>
              <a:rPr lang="en-IN" sz="2800" b="1" dirty="0">
                <a:solidFill>
                  <a:schemeClr val="bg1"/>
                </a:solidFill>
                <a:latin typeface="Times New Roman" panose="02020603050405020304" pitchFamily="18" charset="0"/>
                <a:cs typeface="Times New Roman" panose="02020603050405020304" pitchFamily="18" charset="0"/>
              </a:rPr>
              <a:t>Conclusion &amp; Future Scope</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73DCEFC-9845-8426-00B8-0995C54E34C1}"/>
              </a:ext>
            </a:extLst>
          </p:cNvPr>
          <p:cNvSpPr txBox="1"/>
          <p:nvPr/>
        </p:nvSpPr>
        <p:spPr>
          <a:xfrm>
            <a:off x="2948473" y="1166842"/>
            <a:ext cx="8361784" cy="5601533"/>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Conclusion</a:t>
            </a:r>
          </a:p>
          <a:p>
            <a:r>
              <a:rPr lang="en-IN" sz="2000" dirty="0">
                <a:latin typeface="Times New Roman" panose="02020603050405020304" pitchFamily="18" charset="0"/>
                <a:cs typeface="Times New Roman" panose="02020603050405020304" pitchFamily="18" charset="0"/>
              </a:rPr>
              <a:t>AI-</a:t>
            </a:r>
            <a:r>
              <a:rPr lang="en-IN" sz="2000" dirty="0" err="1">
                <a:latin typeface="Times New Roman" panose="02020603050405020304" pitchFamily="18" charset="0"/>
                <a:cs typeface="Times New Roman" panose="02020603050405020304" pitchFamily="18" charset="0"/>
              </a:rPr>
              <a:t>AcadPredict</a:t>
            </a:r>
            <a:r>
              <a:rPr lang="en-IN" sz="2000" dirty="0">
                <a:latin typeface="Times New Roman" panose="02020603050405020304" pitchFamily="18" charset="0"/>
                <a:cs typeface="Times New Roman" panose="02020603050405020304" pitchFamily="18" charset="0"/>
              </a:rPr>
              <a:t> aims to provide an integrated platform for managing academic projects while using machine learning to identify potential project delays.</a:t>
            </a:r>
          </a:p>
          <a:p>
            <a:r>
              <a:rPr lang="en-IN" sz="2000" dirty="0">
                <a:latin typeface="Times New Roman" panose="02020603050405020304" pitchFamily="18" charset="0"/>
                <a:cs typeface="Times New Roman" panose="02020603050405020304" pitchFamily="18" charset="0"/>
              </a:rPr>
              <a:t>The current phase has established the project requirements, AI approach, technology stack, user stories, and Scrum backlog.</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Future Scope</a:t>
            </a:r>
          </a:p>
          <a:p>
            <a:endParaRPr lang="en-IN" sz="2000" b="1"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Complete frontend development </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Implement Spring Boot backend </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Develop MySQL database </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Train and evaluate Random Forest model </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Integrate </a:t>
            </a:r>
            <a:r>
              <a:rPr lang="en-IN" sz="2000" dirty="0" err="1">
                <a:latin typeface="Times New Roman" panose="02020603050405020304" pitchFamily="18" charset="0"/>
                <a:cs typeface="Times New Roman" panose="02020603050405020304" pitchFamily="18" charset="0"/>
              </a:rPr>
              <a:t>FastAPI</a:t>
            </a:r>
            <a:r>
              <a:rPr lang="en-IN" sz="2000" dirty="0">
                <a:latin typeface="Times New Roman" panose="02020603050405020304" pitchFamily="18" charset="0"/>
                <a:cs typeface="Times New Roman" panose="02020603050405020304" pitchFamily="18" charset="0"/>
              </a:rPr>
              <a:t> with the backend </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Implement adaptive notifications </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Perform complete system testing </a:t>
            </a:r>
          </a:p>
          <a:p>
            <a:pPr marL="285750" lvl="0" indent="-285750">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Dockerize</a:t>
            </a:r>
            <a:r>
              <a:rPr lang="en-IN" sz="2000" dirty="0">
                <a:latin typeface="Times New Roman" panose="02020603050405020304" pitchFamily="18" charset="0"/>
                <a:cs typeface="Times New Roman" panose="02020603050405020304" pitchFamily="18" charset="0"/>
              </a:rPr>
              <a:t> the application </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Deploy the final application</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07548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latin typeface="Times New Roman" panose="02020603050405020304" pitchFamily="18" charset="0"/>
                <a:cs typeface="Times New Roman" panose="02020603050405020304" pitchFamily="18" charset="0"/>
              </a:rPr>
              <a:t>Thankyou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239</TotalTime>
  <Words>1345</Words>
  <Application>Microsoft Office PowerPoint</Application>
  <PresentationFormat>Widescreen</PresentationFormat>
  <Paragraphs>262</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Times New Roman</vt:lpstr>
      <vt:lpstr>Wingdings</vt:lpstr>
      <vt:lpstr>Office Theme</vt:lpstr>
      <vt:lpstr>  ADAPTIVE SOFTWARE ENGINEERING (24CI3201)   AI-AcadPredict : AI-Integrated Adaptive Academic Project Collaboration &amp; Risk Prediction Platform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R GIRIDHAR</cp:lastModifiedBy>
  <cp:revision>24</cp:revision>
  <dcterms:created xsi:type="dcterms:W3CDTF">2024-08-29T05:25:00Z</dcterms:created>
  <dcterms:modified xsi:type="dcterms:W3CDTF">2026-09-22T18:01:50Z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